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7" r:id="rId2"/>
  </p:sldIdLst>
  <p:sldSz cx="5626100" cy="30702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67" userDrawn="1">
          <p15:clr>
            <a:srgbClr val="A4A3A4"/>
          </p15:clr>
        </p15:guide>
        <p15:guide id="2" pos="177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93" autoAdjust="0"/>
    <p:restoredTop sz="94660"/>
  </p:normalViewPr>
  <p:slideViewPr>
    <p:cSldViewPr snapToGrid="0" showGuides="1">
      <p:cViewPr varScale="1">
        <p:scale>
          <a:sx n="198" d="100"/>
          <a:sy n="198" d="100"/>
        </p:scale>
        <p:origin x="306" y="378"/>
      </p:cViewPr>
      <p:guideLst>
        <p:guide orient="horz" pos="967"/>
        <p:guide pos="177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4B9ACD-8399-4316-9CDA-9B2E6284C0A7}" type="datetimeFigureOut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01663" y="1143000"/>
            <a:ext cx="565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2DD1D4-82BE-472F-977F-740D9911A79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5966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DD1D4-82BE-472F-977F-740D9911A791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0285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03263" y="502465"/>
            <a:ext cx="4219575" cy="1068893"/>
          </a:xfrm>
        </p:spPr>
        <p:txBody>
          <a:bodyPr anchor="b"/>
          <a:lstStyle>
            <a:lvl1pPr algn="ctr">
              <a:defRPr sz="2686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03263" y="1612579"/>
            <a:ext cx="4219575" cy="741260"/>
          </a:xfrm>
        </p:spPr>
        <p:txBody>
          <a:bodyPr/>
          <a:lstStyle>
            <a:lvl1pPr marL="0" indent="0" algn="ctr">
              <a:buNone/>
              <a:defRPr sz="1074"/>
            </a:lvl1pPr>
            <a:lvl2pPr marL="204688" indent="0" algn="ctr">
              <a:buNone/>
              <a:defRPr sz="895"/>
            </a:lvl2pPr>
            <a:lvl3pPr marL="409377" indent="0" algn="ctr">
              <a:buNone/>
              <a:defRPr sz="806"/>
            </a:lvl3pPr>
            <a:lvl4pPr marL="614065" indent="0" algn="ctr">
              <a:buNone/>
              <a:defRPr sz="716"/>
            </a:lvl4pPr>
            <a:lvl5pPr marL="818754" indent="0" algn="ctr">
              <a:buNone/>
              <a:defRPr sz="716"/>
            </a:lvl5pPr>
            <a:lvl6pPr marL="1023442" indent="0" algn="ctr">
              <a:buNone/>
              <a:defRPr sz="716"/>
            </a:lvl6pPr>
            <a:lvl7pPr marL="1228131" indent="0" algn="ctr">
              <a:buNone/>
              <a:defRPr sz="716"/>
            </a:lvl7pPr>
            <a:lvl8pPr marL="1432819" indent="0" algn="ctr">
              <a:buNone/>
              <a:defRPr sz="716"/>
            </a:lvl8pPr>
            <a:lvl9pPr marL="1637508" indent="0" algn="ctr">
              <a:buNone/>
              <a:defRPr sz="716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A3177-A4F8-49CD-B588-64059E666DE2}" type="datetimeFigureOut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17ACF-5600-42C6-B1F9-E4144D9290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7583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A3177-A4F8-49CD-B588-64059E666DE2}" type="datetimeFigureOut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17ACF-5600-42C6-B1F9-E4144D9290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92903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3864" y="765425"/>
            <a:ext cx="4852511" cy="1277128"/>
          </a:xfrm>
        </p:spPr>
        <p:txBody>
          <a:bodyPr anchor="b"/>
          <a:lstStyle>
            <a:lvl1pPr>
              <a:defRPr sz="2686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3864" y="2054635"/>
            <a:ext cx="4852511" cy="671611"/>
          </a:xfrm>
        </p:spPr>
        <p:txBody>
          <a:bodyPr/>
          <a:lstStyle>
            <a:lvl1pPr marL="0" indent="0">
              <a:buNone/>
              <a:defRPr sz="1074">
                <a:solidFill>
                  <a:schemeClr val="tx1">
                    <a:tint val="82000"/>
                  </a:schemeClr>
                </a:solidFill>
              </a:defRPr>
            </a:lvl1pPr>
            <a:lvl2pPr marL="204688" indent="0">
              <a:buNone/>
              <a:defRPr sz="895">
                <a:solidFill>
                  <a:schemeClr val="tx1">
                    <a:tint val="82000"/>
                  </a:schemeClr>
                </a:solidFill>
              </a:defRPr>
            </a:lvl2pPr>
            <a:lvl3pPr marL="409377" indent="0">
              <a:buNone/>
              <a:defRPr sz="806">
                <a:solidFill>
                  <a:schemeClr val="tx1">
                    <a:tint val="82000"/>
                  </a:schemeClr>
                </a:solidFill>
              </a:defRPr>
            </a:lvl3pPr>
            <a:lvl4pPr marL="614065" indent="0">
              <a:buNone/>
              <a:defRPr sz="716">
                <a:solidFill>
                  <a:schemeClr val="tx1">
                    <a:tint val="82000"/>
                  </a:schemeClr>
                </a:solidFill>
              </a:defRPr>
            </a:lvl4pPr>
            <a:lvl5pPr marL="818754" indent="0">
              <a:buNone/>
              <a:defRPr sz="716">
                <a:solidFill>
                  <a:schemeClr val="tx1">
                    <a:tint val="82000"/>
                  </a:schemeClr>
                </a:solidFill>
              </a:defRPr>
            </a:lvl5pPr>
            <a:lvl6pPr marL="1023442" indent="0">
              <a:buNone/>
              <a:defRPr sz="716">
                <a:solidFill>
                  <a:schemeClr val="tx1">
                    <a:tint val="82000"/>
                  </a:schemeClr>
                </a:solidFill>
              </a:defRPr>
            </a:lvl6pPr>
            <a:lvl7pPr marL="1228131" indent="0">
              <a:buNone/>
              <a:defRPr sz="716">
                <a:solidFill>
                  <a:schemeClr val="tx1">
                    <a:tint val="82000"/>
                  </a:schemeClr>
                </a:solidFill>
              </a:defRPr>
            </a:lvl7pPr>
            <a:lvl8pPr marL="1432819" indent="0">
              <a:buNone/>
              <a:defRPr sz="716">
                <a:solidFill>
                  <a:schemeClr val="tx1">
                    <a:tint val="82000"/>
                  </a:schemeClr>
                </a:solidFill>
              </a:defRPr>
            </a:lvl8pPr>
            <a:lvl9pPr marL="1637508" indent="0">
              <a:buNone/>
              <a:defRPr sz="71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A3177-A4F8-49CD-B588-64059E666DE2}" type="datetimeFigureOut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17ACF-5600-42C6-B1F9-E4144D9290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95801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4" y="817305"/>
            <a:ext cx="2391093" cy="194803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48213" y="817305"/>
            <a:ext cx="2391093" cy="194803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A3177-A4F8-49CD-B588-64059E666DE2}" type="datetimeFigureOut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17ACF-5600-42C6-B1F9-E4144D9290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18350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7527" y="163461"/>
            <a:ext cx="4852511" cy="59343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7527" y="752632"/>
            <a:ext cx="2380104" cy="368853"/>
          </a:xfrm>
        </p:spPr>
        <p:txBody>
          <a:bodyPr anchor="b"/>
          <a:lstStyle>
            <a:lvl1pPr marL="0" indent="0">
              <a:buNone/>
              <a:defRPr sz="1074" b="1"/>
            </a:lvl1pPr>
            <a:lvl2pPr marL="204688" indent="0">
              <a:buNone/>
              <a:defRPr sz="895" b="1"/>
            </a:lvl2pPr>
            <a:lvl3pPr marL="409377" indent="0">
              <a:buNone/>
              <a:defRPr sz="806" b="1"/>
            </a:lvl3pPr>
            <a:lvl4pPr marL="614065" indent="0">
              <a:buNone/>
              <a:defRPr sz="716" b="1"/>
            </a:lvl4pPr>
            <a:lvl5pPr marL="818754" indent="0">
              <a:buNone/>
              <a:defRPr sz="716" b="1"/>
            </a:lvl5pPr>
            <a:lvl6pPr marL="1023442" indent="0">
              <a:buNone/>
              <a:defRPr sz="716" b="1"/>
            </a:lvl6pPr>
            <a:lvl7pPr marL="1228131" indent="0">
              <a:buNone/>
              <a:defRPr sz="716" b="1"/>
            </a:lvl7pPr>
            <a:lvl8pPr marL="1432819" indent="0">
              <a:buNone/>
              <a:defRPr sz="716" b="1"/>
            </a:lvl8pPr>
            <a:lvl9pPr marL="1637508" indent="0">
              <a:buNone/>
              <a:defRPr sz="716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7527" y="1121485"/>
            <a:ext cx="2380104" cy="164953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848213" y="752632"/>
            <a:ext cx="2391825" cy="368853"/>
          </a:xfrm>
        </p:spPr>
        <p:txBody>
          <a:bodyPr anchor="b"/>
          <a:lstStyle>
            <a:lvl1pPr marL="0" indent="0">
              <a:buNone/>
              <a:defRPr sz="1074" b="1"/>
            </a:lvl1pPr>
            <a:lvl2pPr marL="204688" indent="0">
              <a:buNone/>
              <a:defRPr sz="895" b="1"/>
            </a:lvl2pPr>
            <a:lvl3pPr marL="409377" indent="0">
              <a:buNone/>
              <a:defRPr sz="806" b="1"/>
            </a:lvl3pPr>
            <a:lvl4pPr marL="614065" indent="0">
              <a:buNone/>
              <a:defRPr sz="716" b="1"/>
            </a:lvl4pPr>
            <a:lvl5pPr marL="818754" indent="0">
              <a:buNone/>
              <a:defRPr sz="716" b="1"/>
            </a:lvl5pPr>
            <a:lvl6pPr marL="1023442" indent="0">
              <a:buNone/>
              <a:defRPr sz="716" b="1"/>
            </a:lvl6pPr>
            <a:lvl7pPr marL="1228131" indent="0">
              <a:buNone/>
              <a:defRPr sz="716" b="1"/>
            </a:lvl7pPr>
            <a:lvl8pPr marL="1432819" indent="0">
              <a:buNone/>
              <a:defRPr sz="716" b="1"/>
            </a:lvl8pPr>
            <a:lvl9pPr marL="1637508" indent="0">
              <a:buNone/>
              <a:defRPr sz="716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848213" y="1121485"/>
            <a:ext cx="2391825" cy="164953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A3177-A4F8-49CD-B588-64059E666DE2}" type="datetimeFigureOut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17ACF-5600-42C6-B1F9-E4144D9290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03200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A3177-A4F8-49CD-B588-64059E666DE2}" type="datetimeFigureOut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17ACF-5600-42C6-B1F9-E4144D9290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15421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A3177-A4F8-49CD-B588-64059E666DE2}" type="datetimeFigureOut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17ACF-5600-42C6-B1F9-E4144D9290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4898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7527" y="204682"/>
            <a:ext cx="1814564" cy="716386"/>
          </a:xfrm>
        </p:spPr>
        <p:txBody>
          <a:bodyPr anchor="b"/>
          <a:lstStyle>
            <a:lvl1pPr>
              <a:defRPr sz="1433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91825" y="442056"/>
            <a:ext cx="2848213" cy="2181850"/>
          </a:xfrm>
        </p:spPr>
        <p:txBody>
          <a:bodyPr/>
          <a:lstStyle>
            <a:lvl1pPr>
              <a:defRPr sz="1433"/>
            </a:lvl1pPr>
            <a:lvl2pPr>
              <a:defRPr sz="1254"/>
            </a:lvl2pPr>
            <a:lvl3pPr>
              <a:defRPr sz="1074"/>
            </a:lvl3pPr>
            <a:lvl4pPr>
              <a:defRPr sz="895"/>
            </a:lvl4pPr>
            <a:lvl5pPr>
              <a:defRPr sz="895"/>
            </a:lvl5pPr>
            <a:lvl6pPr>
              <a:defRPr sz="895"/>
            </a:lvl6pPr>
            <a:lvl7pPr>
              <a:defRPr sz="895"/>
            </a:lvl7pPr>
            <a:lvl8pPr>
              <a:defRPr sz="895"/>
            </a:lvl8pPr>
            <a:lvl9pPr>
              <a:defRPr sz="89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7527" y="921068"/>
            <a:ext cx="1814564" cy="1706391"/>
          </a:xfrm>
        </p:spPr>
        <p:txBody>
          <a:bodyPr/>
          <a:lstStyle>
            <a:lvl1pPr marL="0" indent="0">
              <a:buNone/>
              <a:defRPr sz="716"/>
            </a:lvl1pPr>
            <a:lvl2pPr marL="204688" indent="0">
              <a:buNone/>
              <a:defRPr sz="627"/>
            </a:lvl2pPr>
            <a:lvl3pPr marL="409377" indent="0">
              <a:buNone/>
              <a:defRPr sz="537"/>
            </a:lvl3pPr>
            <a:lvl4pPr marL="614065" indent="0">
              <a:buNone/>
              <a:defRPr sz="448"/>
            </a:lvl4pPr>
            <a:lvl5pPr marL="818754" indent="0">
              <a:buNone/>
              <a:defRPr sz="448"/>
            </a:lvl5pPr>
            <a:lvl6pPr marL="1023442" indent="0">
              <a:buNone/>
              <a:defRPr sz="448"/>
            </a:lvl6pPr>
            <a:lvl7pPr marL="1228131" indent="0">
              <a:buNone/>
              <a:defRPr sz="448"/>
            </a:lvl7pPr>
            <a:lvl8pPr marL="1432819" indent="0">
              <a:buNone/>
              <a:defRPr sz="448"/>
            </a:lvl8pPr>
            <a:lvl9pPr marL="1637508" indent="0">
              <a:buNone/>
              <a:defRPr sz="44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A3177-A4F8-49CD-B588-64059E666DE2}" type="datetimeFigureOut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17ACF-5600-42C6-B1F9-E4144D9290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9579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7527" y="204682"/>
            <a:ext cx="1814564" cy="716386"/>
          </a:xfrm>
        </p:spPr>
        <p:txBody>
          <a:bodyPr anchor="b"/>
          <a:lstStyle>
            <a:lvl1pPr>
              <a:defRPr sz="1433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91825" y="442056"/>
            <a:ext cx="2848213" cy="2181850"/>
          </a:xfrm>
        </p:spPr>
        <p:txBody>
          <a:bodyPr anchor="t"/>
          <a:lstStyle>
            <a:lvl1pPr marL="0" indent="0">
              <a:buNone/>
              <a:defRPr sz="1433"/>
            </a:lvl1pPr>
            <a:lvl2pPr marL="204688" indent="0">
              <a:buNone/>
              <a:defRPr sz="1254"/>
            </a:lvl2pPr>
            <a:lvl3pPr marL="409377" indent="0">
              <a:buNone/>
              <a:defRPr sz="1074"/>
            </a:lvl3pPr>
            <a:lvl4pPr marL="614065" indent="0">
              <a:buNone/>
              <a:defRPr sz="895"/>
            </a:lvl4pPr>
            <a:lvl5pPr marL="818754" indent="0">
              <a:buNone/>
              <a:defRPr sz="895"/>
            </a:lvl5pPr>
            <a:lvl6pPr marL="1023442" indent="0">
              <a:buNone/>
              <a:defRPr sz="895"/>
            </a:lvl6pPr>
            <a:lvl7pPr marL="1228131" indent="0">
              <a:buNone/>
              <a:defRPr sz="895"/>
            </a:lvl7pPr>
            <a:lvl8pPr marL="1432819" indent="0">
              <a:buNone/>
              <a:defRPr sz="895"/>
            </a:lvl8pPr>
            <a:lvl9pPr marL="1637508" indent="0">
              <a:buNone/>
              <a:defRPr sz="895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7527" y="921068"/>
            <a:ext cx="1814564" cy="1706391"/>
          </a:xfrm>
        </p:spPr>
        <p:txBody>
          <a:bodyPr/>
          <a:lstStyle>
            <a:lvl1pPr marL="0" indent="0">
              <a:buNone/>
              <a:defRPr sz="716"/>
            </a:lvl1pPr>
            <a:lvl2pPr marL="204688" indent="0">
              <a:buNone/>
              <a:defRPr sz="627"/>
            </a:lvl2pPr>
            <a:lvl3pPr marL="409377" indent="0">
              <a:buNone/>
              <a:defRPr sz="537"/>
            </a:lvl3pPr>
            <a:lvl4pPr marL="614065" indent="0">
              <a:buNone/>
              <a:defRPr sz="448"/>
            </a:lvl4pPr>
            <a:lvl5pPr marL="818754" indent="0">
              <a:buNone/>
              <a:defRPr sz="448"/>
            </a:lvl5pPr>
            <a:lvl6pPr marL="1023442" indent="0">
              <a:buNone/>
              <a:defRPr sz="448"/>
            </a:lvl6pPr>
            <a:lvl7pPr marL="1228131" indent="0">
              <a:buNone/>
              <a:defRPr sz="448"/>
            </a:lvl7pPr>
            <a:lvl8pPr marL="1432819" indent="0">
              <a:buNone/>
              <a:defRPr sz="448"/>
            </a:lvl8pPr>
            <a:lvl9pPr marL="1637508" indent="0">
              <a:buNone/>
              <a:defRPr sz="44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A3177-A4F8-49CD-B588-64059E666DE2}" type="datetimeFigureOut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17ACF-5600-42C6-B1F9-E4144D9290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0209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A3177-A4F8-49CD-B588-64059E666DE2}" type="datetimeFigureOut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17ACF-5600-42C6-B1F9-E4144D9290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06626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026178" y="163461"/>
            <a:ext cx="1213128" cy="2601874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4" y="163461"/>
            <a:ext cx="3569057" cy="2601874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A3177-A4F8-49CD-B588-64059E666DE2}" type="datetimeFigureOut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17ACF-5600-42C6-B1F9-E4144D9290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2229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6795" y="163461"/>
            <a:ext cx="4852511" cy="5934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5" y="817305"/>
            <a:ext cx="4852511" cy="19480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6794" y="2845644"/>
            <a:ext cx="1265873" cy="16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3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BA3177-A4F8-49CD-B588-64059E666DE2}" type="datetimeFigureOut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863646" y="2845644"/>
            <a:ext cx="1898809" cy="16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3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973433" y="2845644"/>
            <a:ext cx="1265873" cy="16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3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117ACF-5600-42C6-B1F9-E4144D92905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38846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09377" rtl="0" eaLnBrk="1" latinLnBrk="0" hangingPunct="1">
        <a:lnSpc>
          <a:spcPct val="90000"/>
        </a:lnSpc>
        <a:spcBef>
          <a:spcPct val="0"/>
        </a:spcBef>
        <a:buNone/>
        <a:defRPr sz="197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2344" indent="-102344" algn="l" defTabSz="409377" rtl="0" eaLnBrk="1" latinLnBrk="0" hangingPunct="1">
        <a:lnSpc>
          <a:spcPct val="90000"/>
        </a:lnSpc>
        <a:spcBef>
          <a:spcPts val="448"/>
        </a:spcBef>
        <a:buFont typeface="Arial" panose="020B0604020202020204" pitchFamily="34" charset="0"/>
        <a:buChar char="•"/>
        <a:defRPr sz="1254" kern="1200">
          <a:solidFill>
            <a:schemeClr val="tx1"/>
          </a:solidFill>
          <a:latin typeface="+mn-lt"/>
          <a:ea typeface="+mn-ea"/>
          <a:cs typeface="+mn-cs"/>
        </a:defRPr>
      </a:lvl1pPr>
      <a:lvl2pPr marL="307033" indent="-102344" algn="l" defTabSz="409377" rtl="0" eaLnBrk="1" latinLnBrk="0" hangingPunct="1">
        <a:lnSpc>
          <a:spcPct val="90000"/>
        </a:lnSpc>
        <a:spcBef>
          <a:spcPts val="224"/>
        </a:spcBef>
        <a:buFont typeface="Arial" panose="020B0604020202020204" pitchFamily="34" charset="0"/>
        <a:buChar char="•"/>
        <a:defRPr sz="1074" kern="1200">
          <a:solidFill>
            <a:schemeClr val="tx1"/>
          </a:solidFill>
          <a:latin typeface="+mn-lt"/>
          <a:ea typeface="+mn-ea"/>
          <a:cs typeface="+mn-cs"/>
        </a:defRPr>
      </a:lvl2pPr>
      <a:lvl3pPr marL="511721" indent="-102344" algn="l" defTabSz="409377" rtl="0" eaLnBrk="1" latinLnBrk="0" hangingPunct="1">
        <a:lnSpc>
          <a:spcPct val="90000"/>
        </a:lnSpc>
        <a:spcBef>
          <a:spcPts val="224"/>
        </a:spcBef>
        <a:buFont typeface="Arial" panose="020B0604020202020204" pitchFamily="34" charset="0"/>
        <a:buChar char="•"/>
        <a:defRPr sz="895" kern="1200">
          <a:solidFill>
            <a:schemeClr val="tx1"/>
          </a:solidFill>
          <a:latin typeface="+mn-lt"/>
          <a:ea typeface="+mn-ea"/>
          <a:cs typeface="+mn-cs"/>
        </a:defRPr>
      </a:lvl3pPr>
      <a:lvl4pPr marL="716410" indent="-102344" algn="l" defTabSz="409377" rtl="0" eaLnBrk="1" latinLnBrk="0" hangingPunct="1">
        <a:lnSpc>
          <a:spcPct val="90000"/>
        </a:lnSpc>
        <a:spcBef>
          <a:spcPts val="224"/>
        </a:spcBef>
        <a:buFont typeface="Arial" panose="020B0604020202020204" pitchFamily="34" charset="0"/>
        <a:buChar char="•"/>
        <a:defRPr sz="806" kern="1200">
          <a:solidFill>
            <a:schemeClr val="tx1"/>
          </a:solidFill>
          <a:latin typeface="+mn-lt"/>
          <a:ea typeface="+mn-ea"/>
          <a:cs typeface="+mn-cs"/>
        </a:defRPr>
      </a:lvl4pPr>
      <a:lvl5pPr marL="921098" indent="-102344" algn="l" defTabSz="409377" rtl="0" eaLnBrk="1" latinLnBrk="0" hangingPunct="1">
        <a:lnSpc>
          <a:spcPct val="90000"/>
        </a:lnSpc>
        <a:spcBef>
          <a:spcPts val="224"/>
        </a:spcBef>
        <a:buFont typeface="Arial" panose="020B0604020202020204" pitchFamily="34" charset="0"/>
        <a:buChar char="•"/>
        <a:defRPr sz="806" kern="1200">
          <a:solidFill>
            <a:schemeClr val="tx1"/>
          </a:solidFill>
          <a:latin typeface="+mn-lt"/>
          <a:ea typeface="+mn-ea"/>
          <a:cs typeface="+mn-cs"/>
        </a:defRPr>
      </a:lvl5pPr>
      <a:lvl6pPr marL="1125786" indent="-102344" algn="l" defTabSz="409377" rtl="0" eaLnBrk="1" latinLnBrk="0" hangingPunct="1">
        <a:lnSpc>
          <a:spcPct val="90000"/>
        </a:lnSpc>
        <a:spcBef>
          <a:spcPts val="224"/>
        </a:spcBef>
        <a:buFont typeface="Arial" panose="020B0604020202020204" pitchFamily="34" charset="0"/>
        <a:buChar char="•"/>
        <a:defRPr sz="806" kern="1200">
          <a:solidFill>
            <a:schemeClr val="tx1"/>
          </a:solidFill>
          <a:latin typeface="+mn-lt"/>
          <a:ea typeface="+mn-ea"/>
          <a:cs typeface="+mn-cs"/>
        </a:defRPr>
      </a:lvl6pPr>
      <a:lvl7pPr marL="1330475" indent="-102344" algn="l" defTabSz="409377" rtl="0" eaLnBrk="1" latinLnBrk="0" hangingPunct="1">
        <a:lnSpc>
          <a:spcPct val="90000"/>
        </a:lnSpc>
        <a:spcBef>
          <a:spcPts val="224"/>
        </a:spcBef>
        <a:buFont typeface="Arial" panose="020B0604020202020204" pitchFamily="34" charset="0"/>
        <a:buChar char="•"/>
        <a:defRPr sz="806" kern="1200">
          <a:solidFill>
            <a:schemeClr val="tx1"/>
          </a:solidFill>
          <a:latin typeface="+mn-lt"/>
          <a:ea typeface="+mn-ea"/>
          <a:cs typeface="+mn-cs"/>
        </a:defRPr>
      </a:lvl7pPr>
      <a:lvl8pPr marL="1535163" indent="-102344" algn="l" defTabSz="409377" rtl="0" eaLnBrk="1" latinLnBrk="0" hangingPunct="1">
        <a:lnSpc>
          <a:spcPct val="90000"/>
        </a:lnSpc>
        <a:spcBef>
          <a:spcPts val="224"/>
        </a:spcBef>
        <a:buFont typeface="Arial" panose="020B0604020202020204" pitchFamily="34" charset="0"/>
        <a:buChar char="•"/>
        <a:defRPr sz="806" kern="1200">
          <a:solidFill>
            <a:schemeClr val="tx1"/>
          </a:solidFill>
          <a:latin typeface="+mn-lt"/>
          <a:ea typeface="+mn-ea"/>
          <a:cs typeface="+mn-cs"/>
        </a:defRPr>
      </a:lvl8pPr>
      <a:lvl9pPr marL="1739852" indent="-102344" algn="l" defTabSz="409377" rtl="0" eaLnBrk="1" latinLnBrk="0" hangingPunct="1">
        <a:lnSpc>
          <a:spcPct val="90000"/>
        </a:lnSpc>
        <a:spcBef>
          <a:spcPts val="224"/>
        </a:spcBef>
        <a:buFont typeface="Arial" panose="020B0604020202020204" pitchFamily="34" charset="0"/>
        <a:buChar char="•"/>
        <a:defRPr sz="8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09377" rtl="0" eaLnBrk="1" latinLnBrk="0" hangingPunct="1">
        <a:defRPr sz="806" kern="1200">
          <a:solidFill>
            <a:schemeClr val="tx1"/>
          </a:solidFill>
          <a:latin typeface="+mn-lt"/>
          <a:ea typeface="+mn-ea"/>
          <a:cs typeface="+mn-cs"/>
        </a:defRPr>
      </a:lvl1pPr>
      <a:lvl2pPr marL="204688" algn="l" defTabSz="409377" rtl="0" eaLnBrk="1" latinLnBrk="0" hangingPunct="1">
        <a:defRPr sz="806" kern="1200">
          <a:solidFill>
            <a:schemeClr val="tx1"/>
          </a:solidFill>
          <a:latin typeface="+mn-lt"/>
          <a:ea typeface="+mn-ea"/>
          <a:cs typeface="+mn-cs"/>
        </a:defRPr>
      </a:lvl2pPr>
      <a:lvl3pPr marL="409377" algn="l" defTabSz="409377" rtl="0" eaLnBrk="1" latinLnBrk="0" hangingPunct="1">
        <a:defRPr sz="806" kern="1200">
          <a:solidFill>
            <a:schemeClr val="tx1"/>
          </a:solidFill>
          <a:latin typeface="+mn-lt"/>
          <a:ea typeface="+mn-ea"/>
          <a:cs typeface="+mn-cs"/>
        </a:defRPr>
      </a:lvl3pPr>
      <a:lvl4pPr marL="614065" algn="l" defTabSz="409377" rtl="0" eaLnBrk="1" latinLnBrk="0" hangingPunct="1">
        <a:defRPr sz="806" kern="1200">
          <a:solidFill>
            <a:schemeClr val="tx1"/>
          </a:solidFill>
          <a:latin typeface="+mn-lt"/>
          <a:ea typeface="+mn-ea"/>
          <a:cs typeface="+mn-cs"/>
        </a:defRPr>
      </a:lvl4pPr>
      <a:lvl5pPr marL="818754" algn="l" defTabSz="409377" rtl="0" eaLnBrk="1" latinLnBrk="0" hangingPunct="1">
        <a:defRPr sz="806" kern="1200">
          <a:solidFill>
            <a:schemeClr val="tx1"/>
          </a:solidFill>
          <a:latin typeface="+mn-lt"/>
          <a:ea typeface="+mn-ea"/>
          <a:cs typeface="+mn-cs"/>
        </a:defRPr>
      </a:lvl5pPr>
      <a:lvl6pPr marL="1023442" algn="l" defTabSz="409377" rtl="0" eaLnBrk="1" latinLnBrk="0" hangingPunct="1">
        <a:defRPr sz="806" kern="1200">
          <a:solidFill>
            <a:schemeClr val="tx1"/>
          </a:solidFill>
          <a:latin typeface="+mn-lt"/>
          <a:ea typeface="+mn-ea"/>
          <a:cs typeface="+mn-cs"/>
        </a:defRPr>
      </a:lvl6pPr>
      <a:lvl7pPr marL="1228131" algn="l" defTabSz="409377" rtl="0" eaLnBrk="1" latinLnBrk="0" hangingPunct="1">
        <a:defRPr sz="806" kern="1200">
          <a:solidFill>
            <a:schemeClr val="tx1"/>
          </a:solidFill>
          <a:latin typeface="+mn-lt"/>
          <a:ea typeface="+mn-ea"/>
          <a:cs typeface="+mn-cs"/>
        </a:defRPr>
      </a:lvl7pPr>
      <a:lvl8pPr marL="1432819" algn="l" defTabSz="409377" rtl="0" eaLnBrk="1" latinLnBrk="0" hangingPunct="1">
        <a:defRPr sz="806" kern="1200">
          <a:solidFill>
            <a:schemeClr val="tx1"/>
          </a:solidFill>
          <a:latin typeface="+mn-lt"/>
          <a:ea typeface="+mn-ea"/>
          <a:cs typeface="+mn-cs"/>
        </a:defRPr>
      </a:lvl8pPr>
      <a:lvl9pPr marL="1637508" algn="l" defTabSz="409377" rtl="0" eaLnBrk="1" latinLnBrk="0" hangingPunct="1">
        <a:defRPr sz="8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microsoft.com/office/2007/relationships/hdphoto" Target="../media/hdphoto2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图片 57" descr="夜晚的星空&#10;&#10;AI 生成的内容可能不正确。">
            <a:extLst>
              <a:ext uri="{FF2B5EF4-FFF2-40B4-BE49-F238E27FC236}">
                <a16:creationId xmlns:a16="http://schemas.microsoft.com/office/drawing/2014/main" id="{CC0976DF-29B6-2D04-19F0-8C80BC8074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44" t="9819" r="7055" b="7689"/>
          <a:stretch>
            <a:fillRect/>
          </a:stretch>
        </p:blipFill>
        <p:spPr>
          <a:xfrm>
            <a:off x="0" y="-627"/>
            <a:ext cx="5624324" cy="3070852"/>
          </a:xfrm>
          <a:prstGeom prst="rect">
            <a:avLst/>
          </a:prstGeom>
        </p:spPr>
      </p:pic>
      <p:pic>
        <p:nvPicPr>
          <p:cNvPr id="59" name="图片 58" descr="桌子上摆放着黑色的机器&#10;&#10;AI 生成的内容可能不正确。">
            <a:extLst>
              <a:ext uri="{FF2B5EF4-FFF2-40B4-BE49-F238E27FC236}">
                <a16:creationId xmlns:a16="http://schemas.microsoft.com/office/drawing/2014/main" id="{9E8E645E-F57B-3FF8-5156-120DD7FEDF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239" t="29619" r="15506" b="18472"/>
          <a:stretch>
            <a:fillRect/>
          </a:stretch>
        </p:blipFill>
        <p:spPr>
          <a:xfrm rot="6101244" flipV="1">
            <a:off x="3042762" y="527214"/>
            <a:ext cx="1370048" cy="669941"/>
          </a:xfrm>
          <a:prstGeom prst="rect">
            <a:avLst/>
          </a:prstGeom>
        </p:spPr>
      </p:pic>
      <p:pic>
        <p:nvPicPr>
          <p:cNvPr id="60" name="图片 59">
            <a:extLst>
              <a:ext uri="{FF2B5EF4-FFF2-40B4-BE49-F238E27FC236}">
                <a16:creationId xmlns:a16="http://schemas.microsoft.com/office/drawing/2014/main" id="{E67CF30A-484E-F397-585D-2C1C87EAF44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3236" y="185780"/>
            <a:ext cx="2047461" cy="873182"/>
          </a:xfrm>
          <a:prstGeom prst="rect">
            <a:avLst/>
          </a:prstGeom>
        </p:spPr>
      </p:pic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3E95EFCF-9E2E-DBD3-BC48-48AFF774D252}"/>
              </a:ext>
            </a:extLst>
          </p:cNvPr>
          <p:cNvCxnSpPr>
            <a:cxnSpLocks/>
          </p:cNvCxnSpPr>
          <p:nvPr/>
        </p:nvCxnSpPr>
        <p:spPr>
          <a:xfrm flipH="1" flipV="1">
            <a:off x="3256006" y="393560"/>
            <a:ext cx="215284" cy="224595"/>
          </a:xfrm>
          <a:prstGeom prst="line">
            <a:avLst/>
          </a:prstGeom>
          <a:noFill/>
          <a:ln w="12700" cap="rnd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62" name="矩形 61">
            <a:extLst>
              <a:ext uri="{FF2B5EF4-FFF2-40B4-BE49-F238E27FC236}">
                <a16:creationId xmlns:a16="http://schemas.microsoft.com/office/drawing/2014/main" id="{1CDBA6D9-7871-CCDD-F963-8321113752BB}"/>
              </a:ext>
            </a:extLst>
          </p:cNvPr>
          <p:cNvSpPr/>
          <p:nvPr/>
        </p:nvSpPr>
        <p:spPr>
          <a:xfrm>
            <a:off x="2605512" y="182375"/>
            <a:ext cx="715602" cy="248268"/>
          </a:xfrm>
          <a:prstGeom prst="rect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Camera</a:t>
            </a:r>
            <a:endParaRPr kumimoji="0" lang="zh-CN" altLang="en-US" sz="11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宋体"/>
              <a:cs typeface="+mn-cs"/>
            </a:endParaRPr>
          </a:p>
        </p:txBody>
      </p:sp>
      <p:sp>
        <p:nvSpPr>
          <p:cNvPr id="63" name="等腰三角形 62">
            <a:extLst>
              <a:ext uri="{FF2B5EF4-FFF2-40B4-BE49-F238E27FC236}">
                <a16:creationId xmlns:a16="http://schemas.microsoft.com/office/drawing/2014/main" id="{BDE16312-A11E-4D5F-89AF-01177EE260EF}"/>
              </a:ext>
            </a:extLst>
          </p:cNvPr>
          <p:cNvSpPr/>
          <p:nvPr/>
        </p:nvSpPr>
        <p:spPr>
          <a:xfrm rot="5817926">
            <a:off x="2298705" y="-83242"/>
            <a:ext cx="630693" cy="1436200"/>
          </a:xfrm>
          <a:prstGeom prst="triangle">
            <a:avLst/>
          </a:prstGeom>
          <a:gradFill flip="none" rotWithShape="1">
            <a:gsLst>
              <a:gs pos="14000">
                <a:sysClr val="window" lastClr="FFFFFF">
                  <a:alpha val="0"/>
                </a:sysClr>
              </a:gs>
              <a:gs pos="100000">
                <a:sysClr val="window" lastClr="FFFFFF">
                  <a:lumMod val="65000"/>
                </a:sysClr>
              </a:gs>
            </a:gsLst>
            <a:lin ang="162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宋体"/>
              <a:cs typeface="+mn-cs"/>
            </a:endParaRPr>
          </a:p>
        </p:txBody>
      </p: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19762DD8-79FF-00A2-CBFC-EC967FA2FFF1}"/>
              </a:ext>
            </a:extLst>
          </p:cNvPr>
          <p:cNvCxnSpPr>
            <a:cxnSpLocks/>
          </p:cNvCxnSpPr>
          <p:nvPr/>
        </p:nvCxnSpPr>
        <p:spPr>
          <a:xfrm flipH="1">
            <a:off x="3446168" y="1152501"/>
            <a:ext cx="171080" cy="684603"/>
          </a:xfrm>
          <a:prstGeom prst="line">
            <a:avLst/>
          </a:prstGeom>
          <a:noFill/>
          <a:ln w="19050" cap="flat" cmpd="sng" algn="ctr">
            <a:solidFill>
              <a:srgbClr val="5AA3F2"/>
            </a:solidFill>
            <a:prstDash val="sysDash"/>
            <a:miter lim="800000"/>
            <a:headEnd type="none"/>
            <a:tailEnd type="stealth"/>
          </a:ln>
          <a:effectLst/>
        </p:spPr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9F4225FE-BCB6-99B4-0A62-BCA777F664EA}"/>
              </a:ext>
            </a:extLst>
          </p:cNvPr>
          <p:cNvCxnSpPr>
            <a:cxnSpLocks/>
          </p:cNvCxnSpPr>
          <p:nvPr/>
        </p:nvCxnSpPr>
        <p:spPr>
          <a:xfrm flipH="1">
            <a:off x="3500937" y="1152501"/>
            <a:ext cx="171080" cy="684603"/>
          </a:xfrm>
          <a:prstGeom prst="line">
            <a:avLst/>
          </a:prstGeom>
          <a:noFill/>
          <a:ln w="19050" cap="flat" cmpd="sng" algn="ctr">
            <a:solidFill>
              <a:srgbClr val="5AA3F2"/>
            </a:solidFill>
            <a:prstDash val="sysDash"/>
            <a:miter lim="800000"/>
            <a:headEnd type="stealth"/>
            <a:tailEnd type="none"/>
          </a:ln>
          <a:effectLst/>
        </p:spPr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3E0B140C-4412-9CCC-4DD2-4490E3D95EA7}"/>
              </a:ext>
            </a:extLst>
          </p:cNvPr>
          <p:cNvSpPr txBox="1"/>
          <p:nvPr/>
        </p:nvSpPr>
        <p:spPr>
          <a:xfrm>
            <a:off x="96421" y="243195"/>
            <a:ext cx="640403" cy="2772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>
            <a:defPPr>
              <a:defRPr lang="zh-CN"/>
            </a:defPPr>
            <a:lvl1pPr algn="ctr">
              <a:defRPr sz="1200" b="1">
                <a:solidFill>
                  <a:sysClr val="windowText" lastClr="000000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glow rad="482600">
                    <a:prstClr val="white">
                      <a:alpha val="80000"/>
                    </a:prstClr>
                  </a:glow>
                </a:effectLst>
                <a:uLnTx/>
                <a:uFillTx/>
                <a:latin typeface="Times New Roman"/>
                <a:ea typeface="宋体"/>
                <a:cs typeface="+mn-cs"/>
              </a:rPr>
              <a:t>Object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B7239796-5E81-82E9-6329-862BC5687421}"/>
              </a:ext>
            </a:extLst>
          </p:cNvPr>
          <p:cNvSpPr/>
          <p:nvPr/>
        </p:nvSpPr>
        <p:spPr>
          <a:xfrm>
            <a:off x="3952919" y="1241059"/>
            <a:ext cx="805329" cy="248268"/>
          </a:xfrm>
          <a:prstGeom prst="rect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Antenna</a:t>
            </a:r>
            <a:endParaRPr kumimoji="0" lang="zh-CN" altLang="en-US" sz="11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宋体"/>
              <a:cs typeface="+mn-cs"/>
            </a:endParaRPr>
          </a:p>
        </p:txBody>
      </p: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C0AF4422-2D42-1E2B-9AF8-AEB2E49032D7}"/>
              </a:ext>
            </a:extLst>
          </p:cNvPr>
          <p:cNvCxnSpPr>
            <a:cxnSpLocks/>
          </p:cNvCxnSpPr>
          <p:nvPr/>
        </p:nvCxnSpPr>
        <p:spPr>
          <a:xfrm>
            <a:off x="3768437" y="1103741"/>
            <a:ext cx="247147" cy="259939"/>
          </a:xfrm>
          <a:prstGeom prst="line">
            <a:avLst/>
          </a:prstGeom>
          <a:noFill/>
          <a:ln w="12700" cap="rnd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grpSp>
        <p:nvGrpSpPr>
          <p:cNvPr id="120" name="组合 119">
            <a:extLst>
              <a:ext uri="{FF2B5EF4-FFF2-40B4-BE49-F238E27FC236}">
                <a16:creationId xmlns:a16="http://schemas.microsoft.com/office/drawing/2014/main" id="{99CAFEBC-E881-28F1-19CA-FB58F6DD663E}"/>
              </a:ext>
            </a:extLst>
          </p:cNvPr>
          <p:cNvGrpSpPr/>
          <p:nvPr/>
        </p:nvGrpSpPr>
        <p:grpSpPr>
          <a:xfrm>
            <a:off x="2033613" y="801176"/>
            <a:ext cx="1058422" cy="246221"/>
            <a:chOff x="2033613" y="801176"/>
            <a:chExt cx="1058422" cy="246221"/>
          </a:xfrm>
        </p:grpSpPr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D5F272BF-CFFD-7901-5250-593FD96463AB}"/>
                </a:ext>
              </a:extLst>
            </p:cNvPr>
            <p:cNvSpPr txBox="1"/>
            <p:nvPr/>
          </p:nvSpPr>
          <p:spPr>
            <a:xfrm>
              <a:off x="2113882" y="801176"/>
              <a:ext cx="97815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/>
              <a:r>
                <a:rPr lang="en-US" altLang="zh-CN" sz="1000" b="1" dirty="0">
                  <a:solidFill>
                    <a:prstClr val="white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Capture Images</a:t>
              </a:r>
              <a:endParaRPr lang="zh-CN" altLang="en-US" sz="1000" b="1" dirty="0">
                <a:solidFill>
                  <a:prstClr val="white"/>
                </a:solidFill>
                <a:latin typeface="Calibri Light" panose="020F0302020204030204" pitchFamily="34" charset="0"/>
                <a:ea typeface="PMingLiU" panose="02020500000000000000" pitchFamily="18" charset="-120"/>
                <a:cs typeface="Calibri Light" panose="020F0302020204030204" pitchFamily="34" charset="0"/>
              </a:endParaRPr>
            </a:p>
          </p:txBody>
        </p:sp>
        <p:sp>
          <p:nvSpPr>
            <p:cNvPr id="72" name="椭圆 71">
              <a:extLst>
                <a:ext uri="{FF2B5EF4-FFF2-40B4-BE49-F238E27FC236}">
                  <a16:creationId xmlns:a16="http://schemas.microsoft.com/office/drawing/2014/main" id="{767168E3-EEEB-7505-617F-90CBF53A7E64}"/>
                </a:ext>
              </a:extLst>
            </p:cNvPr>
            <p:cNvSpPr/>
            <p:nvPr/>
          </p:nvSpPr>
          <p:spPr>
            <a:xfrm>
              <a:off x="2033613" y="871847"/>
              <a:ext cx="112575" cy="112575"/>
            </a:xfrm>
            <a:prstGeom prst="ellipse">
              <a:avLst/>
            </a:prstGeom>
            <a:solidFill>
              <a:srgbClr val="5B9DE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7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  <a:endParaRPr kumimoji="0" lang="zh-CN" altLang="en-US" sz="7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宋体"/>
                <a:cs typeface="Calibri" panose="020F0502020204030204" pitchFamily="34" charset="0"/>
              </a:endParaRPr>
            </a:p>
          </p:txBody>
        </p:sp>
      </p:grpSp>
      <p:grpSp>
        <p:nvGrpSpPr>
          <p:cNvPr id="121" name="组合 120">
            <a:extLst>
              <a:ext uri="{FF2B5EF4-FFF2-40B4-BE49-F238E27FC236}">
                <a16:creationId xmlns:a16="http://schemas.microsoft.com/office/drawing/2014/main" id="{281195D4-8075-B670-D52B-2DB3A5ED37C7}"/>
              </a:ext>
            </a:extLst>
          </p:cNvPr>
          <p:cNvGrpSpPr/>
          <p:nvPr/>
        </p:nvGrpSpPr>
        <p:grpSpPr>
          <a:xfrm>
            <a:off x="2271839" y="1331526"/>
            <a:ext cx="1279636" cy="350609"/>
            <a:chOff x="2088484" y="1388676"/>
            <a:chExt cx="1279636" cy="350609"/>
          </a:xfrm>
        </p:grpSpPr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8AE04D8B-19D5-40E3-D920-C96026FCF99F}"/>
                </a:ext>
              </a:extLst>
            </p:cNvPr>
            <p:cNvSpPr txBox="1"/>
            <p:nvPr/>
          </p:nvSpPr>
          <p:spPr>
            <a:xfrm>
              <a:off x="2168753" y="1388676"/>
              <a:ext cx="1199367" cy="350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>
                <a:lnSpc>
                  <a:spcPts val="1000"/>
                </a:lnSpc>
              </a:pPr>
              <a:r>
                <a:rPr lang="en-US" altLang="zh-CN" sz="1000" b="1" dirty="0">
                  <a:solidFill>
                    <a:prstClr val="white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Download Captured</a:t>
              </a:r>
            </a:p>
            <a:p>
              <a:pPr defTabSz="914400">
                <a:lnSpc>
                  <a:spcPts val="1000"/>
                </a:lnSpc>
              </a:pPr>
              <a:r>
                <a:rPr lang="en-US" altLang="zh-CN" sz="1000" b="1" dirty="0">
                  <a:solidFill>
                    <a:prstClr val="white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Images</a:t>
              </a:r>
              <a:endParaRPr lang="zh-CN" altLang="en-US" sz="1000" b="1" dirty="0">
                <a:solidFill>
                  <a:prstClr val="white"/>
                </a:solidFill>
                <a:latin typeface="Calibri Light" panose="020F0302020204030204" pitchFamily="34" charset="0"/>
                <a:ea typeface="PMingLiU" panose="02020500000000000000" pitchFamily="18" charset="-120"/>
                <a:cs typeface="Calibri Light" panose="020F0302020204030204" pitchFamily="34" charset="0"/>
              </a:endParaRPr>
            </a:p>
          </p:txBody>
        </p:sp>
        <p:sp>
          <p:nvSpPr>
            <p:cNvPr id="74" name="椭圆 73">
              <a:extLst>
                <a:ext uri="{FF2B5EF4-FFF2-40B4-BE49-F238E27FC236}">
                  <a16:creationId xmlns:a16="http://schemas.microsoft.com/office/drawing/2014/main" id="{61C07DE7-2CAB-A72D-DD9F-B6FD4790B8DD}"/>
                </a:ext>
              </a:extLst>
            </p:cNvPr>
            <p:cNvSpPr/>
            <p:nvPr/>
          </p:nvSpPr>
          <p:spPr>
            <a:xfrm>
              <a:off x="2088484" y="1433959"/>
              <a:ext cx="112575" cy="112575"/>
            </a:xfrm>
            <a:prstGeom prst="ellipse">
              <a:avLst/>
            </a:prstGeom>
            <a:solidFill>
              <a:srgbClr val="5B9DE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7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</a:t>
              </a:r>
              <a:endParaRPr kumimoji="0" lang="zh-CN" altLang="en-US" sz="7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宋体"/>
                <a:cs typeface="Calibri" panose="020F0502020204030204" pitchFamily="34" charset="0"/>
              </a:endParaRPr>
            </a:p>
          </p:txBody>
        </p:sp>
      </p:grpSp>
      <p:pic>
        <p:nvPicPr>
          <p:cNvPr id="75" name="图片 74" descr="图片包含 室内, 窗户, 电脑, 小&#10;&#10;AI 生成的内容可能不正确。">
            <a:extLst>
              <a:ext uri="{FF2B5EF4-FFF2-40B4-BE49-F238E27FC236}">
                <a16:creationId xmlns:a16="http://schemas.microsoft.com/office/drawing/2014/main" id="{FDF66A8A-6DDC-3A08-86E6-5FFFB928B16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4202" y="1785816"/>
            <a:ext cx="1978072" cy="1111488"/>
          </a:xfrm>
          <a:prstGeom prst="rect">
            <a:avLst/>
          </a:prstGeom>
        </p:spPr>
      </p:pic>
      <p:grpSp>
        <p:nvGrpSpPr>
          <p:cNvPr id="128" name="组合 127">
            <a:extLst>
              <a:ext uri="{FF2B5EF4-FFF2-40B4-BE49-F238E27FC236}">
                <a16:creationId xmlns:a16="http://schemas.microsoft.com/office/drawing/2014/main" id="{D47AD61E-A3AA-F09F-16FB-3AFAE99EC428}"/>
              </a:ext>
            </a:extLst>
          </p:cNvPr>
          <p:cNvGrpSpPr/>
          <p:nvPr/>
        </p:nvGrpSpPr>
        <p:grpSpPr>
          <a:xfrm>
            <a:off x="2199577" y="2651083"/>
            <a:ext cx="1003920" cy="246221"/>
            <a:chOff x="1901127" y="2651083"/>
            <a:chExt cx="1003920" cy="246221"/>
          </a:xfrm>
        </p:grpSpPr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C61DA44D-93E1-A6A7-F605-03598DAB79C5}"/>
                </a:ext>
              </a:extLst>
            </p:cNvPr>
            <p:cNvSpPr txBox="1"/>
            <p:nvPr/>
          </p:nvSpPr>
          <p:spPr>
            <a:xfrm>
              <a:off x="1981396" y="2651083"/>
              <a:ext cx="92365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/>
              <a:r>
                <a:rPr lang="en-US" altLang="zh-CN" sz="1000" b="1" dirty="0">
                  <a:solidFill>
                    <a:prstClr val="white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Training Scene</a:t>
              </a:r>
              <a:endParaRPr lang="zh-CN" altLang="en-US" sz="1000" b="1" dirty="0">
                <a:solidFill>
                  <a:prstClr val="white"/>
                </a:solidFill>
                <a:latin typeface="Calibri Light" panose="020F0302020204030204" pitchFamily="34" charset="0"/>
                <a:ea typeface="PMingLiU" panose="02020500000000000000" pitchFamily="18" charset="-120"/>
                <a:cs typeface="Calibri Light" panose="020F0302020204030204" pitchFamily="34" charset="0"/>
              </a:endParaRPr>
            </a:p>
          </p:txBody>
        </p:sp>
        <p:sp>
          <p:nvSpPr>
            <p:cNvPr id="77" name="椭圆 76">
              <a:extLst>
                <a:ext uri="{FF2B5EF4-FFF2-40B4-BE49-F238E27FC236}">
                  <a16:creationId xmlns:a16="http://schemas.microsoft.com/office/drawing/2014/main" id="{A0CDB6EB-CF5A-17B7-94FD-DB147DF84058}"/>
                </a:ext>
              </a:extLst>
            </p:cNvPr>
            <p:cNvSpPr/>
            <p:nvPr/>
          </p:nvSpPr>
          <p:spPr>
            <a:xfrm>
              <a:off x="1901127" y="2721754"/>
              <a:ext cx="112575" cy="112575"/>
            </a:xfrm>
            <a:prstGeom prst="ellipse">
              <a:avLst/>
            </a:prstGeom>
            <a:solidFill>
              <a:srgbClr val="5B9DE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7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  <a:endParaRPr kumimoji="0" lang="zh-CN" altLang="en-US" sz="7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宋体"/>
                <a:cs typeface="Calibri" panose="020F0502020204030204" pitchFamily="34" charset="0"/>
              </a:endParaRPr>
            </a:p>
          </p:txBody>
        </p:sp>
      </p:grpSp>
      <p:grpSp>
        <p:nvGrpSpPr>
          <p:cNvPr id="127" name="组合 126">
            <a:extLst>
              <a:ext uri="{FF2B5EF4-FFF2-40B4-BE49-F238E27FC236}">
                <a16:creationId xmlns:a16="http://schemas.microsoft.com/office/drawing/2014/main" id="{E51005A7-1DAF-A574-41CA-98A166E15BD7}"/>
              </a:ext>
            </a:extLst>
          </p:cNvPr>
          <p:cNvGrpSpPr/>
          <p:nvPr/>
        </p:nvGrpSpPr>
        <p:grpSpPr>
          <a:xfrm>
            <a:off x="2199577" y="2824004"/>
            <a:ext cx="1253988" cy="246221"/>
            <a:chOff x="1901127" y="2824004"/>
            <a:chExt cx="1253988" cy="246221"/>
          </a:xfrm>
        </p:grpSpPr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0FE9F5C9-3CE4-3284-BCD7-DDF3B0501C09}"/>
                </a:ext>
              </a:extLst>
            </p:cNvPr>
            <p:cNvSpPr txBox="1"/>
            <p:nvPr/>
          </p:nvSpPr>
          <p:spPr>
            <a:xfrm>
              <a:off x="1981396" y="2824004"/>
              <a:ext cx="117371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/>
              <a:r>
                <a:rPr lang="en-US" altLang="zh-CN" sz="1000" b="1" dirty="0">
                  <a:solidFill>
                    <a:prstClr val="white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Scene Compression</a:t>
              </a:r>
              <a:endParaRPr lang="zh-CN" altLang="en-US" sz="1000" b="1" dirty="0">
                <a:solidFill>
                  <a:prstClr val="white"/>
                </a:solidFill>
                <a:latin typeface="Calibri Light" panose="020F0302020204030204" pitchFamily="34" charset="0"/>
                <a:ea typeface="PMingLiU" panose="02020500000000000000" pitchFamily="18" charset="-120"/>
                <a:cs typeface="Calibri Light" panose="020F0302020204030204" pitchFamily="34" charset="0"/>
              </a:endParaRPr>
            </a:p>
          </p:txBody>
        </p:sp>
        <p:sp>
          <p:nvSpPr>
            <p:cNvPr id="79" name="椭圆 78">
              <a:extLst>
                <a:ext uri="{FF2B5EF4-FFF2-40B4-BE49-F238E27FC236}">
                  <a16:creationId xmlns:a16="http://schemas.microsoft.com/office/drawing/2014/main" id="{22D85A2E-1640-E0B7-5CEC-4F658D2A134A}"/>
                </a:ext>
              </a:extLst>
            </p:cNvPr>
            <p:cNvSpPr/>
            <p:nvPr/>
          </p:nvSpPr>
          <p:spPr>
            <a:xfrm>
              <a:off x="1901127" y="2894675"/>
              <a:ext cx="112575" cy="112575"/>
            </a:xfrm>
            <a:prstGeom prst="ellipse">
              <a:avLst/>
            </a:prstGeom>
            <a:solidFill>
              <a:srgbClr val="5B9DE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7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</a:t>
              </a:r>
              <a:endParaRPr kumimoji="0" lang="zh-CN" altLang="en-US" sz="7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宋体"/>
                <a:cs typeface="Calibri" panose="020F0502020204030204" pitchFamily="34" charset="0"/>
              </a:endParaRPr>
            </a:p>
          </p:txBody>
        </p:sp>
      </p:grpSp>
      <p:grpSp>
        <p:nvGrpSpPr>
          <p:cNvPr id="125" name="组合 124">
            <a:extLst>
              <a:ext uri="{FF2B5EF4-FFF2-40B4-BE49-F238E27FC236}">
                <a16:creationId xmlns:a16="http://schemas.microsoft.com/office/drawing/2014/main" id="{71BFB57C-F582-3DEB-E593-3BF303BE6E91}"/>
              </a:ext>
            </a:extLst>
          </p:cNvPr>
          <p:cNvGrpSpPr/>
          <p:nvPr/>
        </p:nvGrpSpPr>
        <p:grpSpPr>
          <a:xfrm>
            <a:off x="3660093" y="1565450"/>
            <a:ext cx="1642965" cy="222369"/>
            <a:chOff x="3533093" y="1616250"/>
            <a:chExt cx="1642965" cy="222369"/>
          </a:xfrm>
        </p:grpSpPr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D2F48D6A-C3A2-37C0-CAE9-282F62705F59}"/>
                </a:ext>
              </a:extLst>
            </p:cNvPr>
            <p:cNvSpPr txBox="1"/>
            <p:nvPr/>
          </p:nvSpPr>
          <p:spPr>
            <a:xfrm>
              <a:off x="3613361" y="1616250"/>
              <a:ext cx="1562697" cy="2223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400">
                <a:lnSpc>
                  <a:spcPts val="1000"/>
                </a:lnSpc>
              </a:pPr>
              <a:r>
                <a:rPr lang="en-US" altLang="zh-CN" sz="1000" b="1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Upload Compressed Scene</a:t>
              </a:r>
              <a:endParaRPr lang="zh-CN" altLang="en-US" sz="1000" b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Light" panose="020F0302020204030204" pitchFamily="34" charset="0"/>
                <a:ea typeface="PMingLiU" panose="02020500000000000000" pitchFamily="18" charset="-120"/>
                <a:cs typeface="Calibri Light" panose="020F0302020204030204" pitchFamily="34" charset="0"/>
              </a:endParaRPr>
            </a:p>
          </p:txBody>
        </p:sp>
        <p:sp>
          <p:nvSpPr>
            <p:cNvPr id="81" name="椭圆 80">
              <a:extLst>
                <a:ext uri="{FF2B5EF4-FFF2-40B4-BE49-F238E27FC236}">
                  <a16:creationId xmlns:a16="http://schemas.microsoft.com/office/drawing/2014/main" id="{227B8646-73D4-E3DF-81FE-CBD81BA13363}"/>
                </a:ext>
              </a:extLst>
            </p:cNvPr>
            <p:cNvSpPr/>
            <p:nvPr/>
          </p:nvSpPr>
          <p:spPr>
            <a:xfrm>
              <a:off x="3533093" y="1661533"/>
              <a:ext cx="112575" cy="112575"/>
            </a:xfrm>
            <a:prstGeom prst="ellipse">
              <a:avLst/>
            </a:prstGeom>
            <a:solidFill>
              <a:srgbClr val="5B9DE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7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endParaRPr kumimoji="0" lang="zh-CN" altLang="en-US" sz="7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宋体"/>
                <a:cs typeface="Calibri" panose="020F0502020204030204" pitchFamily="34" charset="0"/>
              </a:endParaRPr>
            </a:p>
          </p:txBody>
        </p:sp>
      </p:grpSp>
      <p:grpSp>
        <p:nvGrpSpPr>
          <p:cNvPr id="126" name="组合 125">
            <a:extLst>
              <a:ext uri="{FF2B5EF4-FFF2-40B4-BE49-F238E27FC236}">
                <a16:creationId xmlns:a16="http://schemas.microsoft.com/office/drawing/2014/main" id="{6514F961-1693-ECBC-229E-472D108F2FED}"/>
              </a:ext>
            </a:extLst>
          </p:cNvPr>
          <p:cNvGrpSpPr/>
          <p:nvPr/>
        </p:nvGrpSpPr>
        <p:grpSpPr>
          <a:xfrm>
            <a:off x="3968830" y="829747"/>
            <a:ext cx="1441283" cy="350609"/>
            <a:chOff x="3968830" y="829747"/>
            <a:chExt cx="1441283" cy="350609"/>
          </a:xfrm>
        </p:grpSpPr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F1852117-0EF3-8069-46C1-9897CF6D05A2}"/>
                </a:ext>
              </a:extLst>
            </p:cNvPr>
            <p:cNvSpPr txBox="1"/>
            <p:nvPr/>
          </p:nvSpPr>
          <p:spPr>
            <a:xfrm>
              <a:off x="4049098" y="829747"/>
              <a:ext cx="1361015" cy="3506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400">
                <a:lnSpc>
                  <a:spcPts val="1000"/>
                </a:lnSpc>
              </a:pPr>
              <a:r>
                <a:rPr lang="en-US" altLang="zh-CN" sz="1000" b="1" dirty="0">
                  <a:solidFill>
                    <a:prstClr val="white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Onboard Rendering and Downstream Tasks</a:t>
              </a:r>
              <a:endParaRPr lang="zh-CN" altLang="en-US" sz="1000" b="1" dirty="0">
                <a:solidFill>
                  <a:prstClr val="white"/>
                </a:solidFill>
                <a:latin typeface="Calibri Light" panose="020F0302020204030204" pitchFamily="34" charset="0"/>
                <a:ea typeface="PMingLiU" panose="02020500000000000000" pitchFamily="18" charset="-120"/>
                <a:cs typeface="Calibri Light" panose="020F0302020204030204" pitchFamily="34" charset="0"/>
              </a:endParaRPr>
            </a:p>
          </p:txBody>
        </p:sp>
        <p:sp>
          <p:nvSpPr>
            <p:cNvPr id="83" name="椭圆 82">
              <a:extLst>
                <a:ext uri="{FF2B5EF4-FFF2-40B4-BE49-F238E27FC236}">
                  <a16:creationId xmlns:a16="http://schemas.microsoft.com/office/drawing/2014/main" id="{7CC3AA7A-1E4C-A7EE-0688-4889E348959D}"/>
                </a:ext>
              </a:extLst>
            </p:cNvPr>
            <p:cNvSpPr/>
            <p:nvPr/>
          </p:nvSpPr>
          <p:spPr>
            <a:xfrm>
              <a:off x="3968830" y="875030"/>
              <a:ext cx="112575" cy="112575"/>
            </a:xfrm>
            <a:prstGeom prst="ellipse">
              <a:avLst/>
            </a:prstGeom>
            <a:solidFill>
              <a:srgbClr val="5B9DE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7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endParaRPr kumimoji="0" lang="zh-CN" altLang="en-US" sz="7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宋体"/>
                <a:cs typeface="Calibri" panose="020F0502020204030204" pitchFamily="34" charset="0"/>
              </a:endParaRPr>
            </a:p>
          </p:txBody>
        </p:sp>
      </p:grpSp>
      <p:sp>
        <p:nvSpPr>
          <p:cNvPr id="84" name="文本框 83">
            <a:extLst>
              <a:ext uri="{FF2B5EF4-FFF2-40B4-BE49-F238E27FC236}">
                <a16:creationId xmlns:a16="http://schemas.microsoft.com/office/drawing/2014/main" id="{8901667E-650D-EEDF-F4A9-17F95E505997}"/>
              </a:ext>
            </a:extLst>
          </p:cNvPr>
          <p:cNvSpPr txBox="1"/>
          <p:nvPr/>
        </p:nvSpPr>
        <p:spPr>
          <a:xfrm>
            <a:off x="1776" y="2622441"/>
            <a:ext cx="1277254" cy="413947"/>
          </a:xfrm>
          <a:prstGeom prst="rect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>
            <a:defPPr>
              <a:defRPr lang="zh-CN"/>
            </a:defPPr>
            <a:lvl1pPr algn="ctr">
              <a:defRPr sz="1200" b="1">
                <a:solidFill>
                  <a:sysClr val="windowText" lastClr="000000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glow rad="254000">
                    <a:prstClr val="white">
                      <a:alpha val="56000"/>
                    </a:prstClr>
                  </a:glow>
                </a:effectLst>
                <a:uLnTx/>
                <a:uFillTx/>
                <a:latin typeface="Times New Roman"/>
                <a:ea typeface="宋体"/>
                <a:cs typeface="+mn-cs"/>
              </a:rPr>
              <a:t>Supercomputers</a:t>
            </a:r>
          </a:p>
        </p:txBody>
      </p:sp>
      <p:pic>
        <p:nvPicPr>
          <p:cNvPr id="86" name="图片 85" descr="图片包含 物体, 桌子, 船, 水&#10;&#10;AI 生成的内容可能不正确。">
            <a:extLst>
              <a:ext uri="{FF2B5EF4-FFF2-40B4-BE49-F238E27FC236}">
                <a16:creationId xmlns:a16="http://schemas.microsoft.com/office/drawing/2014/main" id="{EC8A8DCF-7A10-9AA3-DCA5-38046447D88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1" r="14198"/>
          <a:stretch>
            <a:fillRect/>
          </a:stretch>
        </p:blipFill>
        <p:spPr>
          <a:xfrm flipH="1">
            <a:off x="2854613" y="1871660"/>
            <a:ext cx="896339" cy="703898"/>
          </a:xfrm>
          <a:custGeom>
            <a:avLst/>
            <a:gdLst>
              <a:gd name="csX0" fmla="*/ 884584 w 896339"/>
              <a:gd name="csY0" fmla="*/ 0 h 703898"/>
              <a:gd name="csX1" fmla="*/ 267323 w 896339"/>
              <a:gd name="csY1" fmla="*/ 0 h 703898"/>
              <a:gd name="csX2" fmla="*/ 130179 w 896339"/>
              <a:gd name="csY2" fmla="*/ 186930 h 703898"/>
              <a:gd name="csX3" fmla="*/ 123619 w 896339"/>
              <a:gd name="csY3" fmla="*/ 215793 h 703898"/>
              <a:gd name="csX4" fmla="*/ 0 w 896339"/>
              <a:gd name="csY4" fmla="*/ 703898 h 703898"/>
              <a:gd name="csX5" fmla="*/ 708137 w 896339"/>
              <a:gd name="csY5" fmla="*/ 703898 h 703898"/>
              <a:gd name="csX6" fmla="*/ 687622 w 896339"/>
              <a:gd name="csY6" fmla="*/ 693727 h 703898"/>
              <a:gd name="csX7" fmla="*/ 678097 w 896339"/>
              <a:gd name="csY7" fmla="*/ 510370 h 703898"/>
              <a:gd name="csX8" fmla="*/ 888474 w 896339"/>
              <a:gd name="csY8" fmla="*/ 511847 h 703898"/>
              <a:gd name="csX9" fmla="*/ 896339 w 896339"/>
              <a:gd name="csY9" fmla="*/ 480800 h 703898"/>
              <a:gd name="csX10" fmla="*/ 884584 w 896339"/>
              <a:gd name="csY10" fmla="*/ 0 h 7038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896339" h="703898">
                <a:moveTo>
                  <a:pt x="884584" y="0"/>
                </a:moveTo>
                <a:lnTo>
                  <a:pt x="267323" y="0"/>
                </a:lnTo>
                <a:lnTo>
                  <a:pt x="130179" y="186930"/>
                </a:lnTo>
                <a:lnTo>
                  <a:pt x="123619" y="215793"/>
                </a:lnTo>
                <a:lnTo>
                  <a:pt x="0" y="703898"/>
                </a:lnTo>
                <a:lnTo>
                  <a:pt x="708137" y="703898"/>
                </a:lnTo>
                <a:lnTo>
                  <a:pt x="687622" y="693727"/>
                </a:lnTo>
                <a:lnTo>
                  <a:pt x="678097" y="510370"/>
                </a:lnTo>
                <a:lnTo>
                  <a:pt x="888474" y="511847"/>
                </a:lnTo>
                <a:lnTo>
                  <a:pt x="896339" y="480800"/>
                </a:lnTo>
                <a:lnTo>
                  <a:pt x="884584" y="0"/>
                </a:lnTo>
                <a:close/>
              </a:path>
            </a:pathLst>
          </a:custGeom>
        </p:spPr>
      </p:pic>
      <p:grpSp>
        <p:nvGrpSpPr>
          <p:cNvPr id="123" name="组合 122">
            <a:extLst>
              <a:ext uri="{FF2B5EF4-FFF2-40B4-BE49-F238E27FC236}">
                <a16:creationId xmlns:a16="http://schemas.microsoft.com/office/drawing/2014/main" id="{C10A364B-0E0A-64E9-3F5A-7E7C44BB020D}"/>
              </a:ext>
            </a:extLst>
          </p:cNvPr>
          <p:cNvGrpSpPr/>
          <p:nvPr/>
        </p:nvGrpSpPr>
        <p:grpSpPr>
          <a:xfrm>
            <a:off x="1219768" y="1998400"/>
            <a:ext cx="1931077" cy="750021"/>
            <a:chOff x="921318" y="1998400"/>
            <a:chExt cx="1931077" cy="750021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7C2FF962-4534-763E-2086-05B03CFF63E3}"/>
                </a:ext>
              </a:extLst>
            </p:cNvPr>
            <p:cNvSpPr/>
            <p:nvPr/>
          </p:nvSpPr>
          <p:spPr>
            <a:xfrm>
              <a:off x="1088139" y="1998400"/>
              <a:ext cx="1764256" cy="674440"/>
            </a:xfrm>
            <a:prstGeom prst="rect">
              <a:avLst/>
            </a:prstGeom>
            <a:noFill/>
            <a:ln w="19050" cap="flat" cmpd="sng" algn="ctr">
              <a:solidFill>
                <a:srgbClr val="F56E0A"/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2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>
                  <a:glow rad="254000">
                    <a:prstClr val="white">
                      <a:alpha val="56000"/>
                    </a:prstClr>
                  </a:glow>
                </a:effectLst>
                <a:uLnTx/>
                <a:uFillTx/>
                <a:latin typeface="Times New Roman"/>
                <a:ea typeface="宋体"/>
                <a:cs typeface="+mn-cs"/>
              </a:endParaRPr>
            </a:p>
          </p:txBody>
        </p:sp>
        <p:cxnSp>
          <p:nvCxnSpPr>
            <p:cNvPr id="87" name="直接连接符 86">
              <a:extLst>
                <a:ext uri="{FF2B5EF4-FFF2-40B4-BE49-F238E27FC236}">
                  <a16:creationId xmlns:a16="http://schemas.microsoft.com/office/drawing/2014/main" id="{37937F60-458B-3993-967A-9AC9E01DA3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1318" y="2663742"/>
              <a:ext cx="176502" cy="84679"/>
            </a:xfrm>
            <a:prstGeom prst="line">
              <a:avLst/>
            </a:prstGeom>
            <a:noFill/>
            <a:ln w="19050" cap="flat" cmpd="sng" algn="ctr">
              <a:solidFill>
                <a:srgbClr val="F56E0A"/>
              </a:solidFill>
              <a:prstDash val="solid"/>
              <a:miter lim="800000"/>
            </a:ln>
            <a:effectLst/>
          </p:spPr>
        </p:cxnSp>
      </p:grpSp>
      <p:grpSp>
        <p:nvGrpSpPr>
          <p:cNvPr id="112" name="组合 111">
            <a:extLst>
              <a:ext uri="{FF2B5EF4-FFF2-40B4-BE49-F238E27FC236}">
                <a16:creationId xmlns:a16="http://schemas.microsoft.com/office/drawing/2014/main" id="{9EB88E24-BAD1-A8F6-6850-848854BFC4E4}"/>
              </a:ext>
            </a:extLst>
          </p:cNvPr>
          <p:cNvGrpSpPr/>
          <p:nvPr/>
        </p:nvGrpSpPr>
        <p:grpSpPr>
          <a:xfrm>
            <a:off x="4150995" y="143615"/>
            <a:ext cx="1033586" cy="701851"/>
            <a:chOff x="3769995" y="143615"/>
            <a:chExt cx="1033586" cy="701851"/>
          </a:xfrm>
        </p:grpSpPr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B0BC2F36-9612-FCE6-A3C9-0928B650CC27}"/>
                </a:ext>
              </a:extLst>
            </p:cNvPr>
            <p:cNvSpPr txBox="1"/>
            <p:nvPr/>
          </p:nvSpPr>
          <p:spPr>
            <a:xfrm>
              <a:off x="3769995" y="143615"/>
              <a:ext cx="741566" cy="277200"/>
            </a:xfrm>
            <a:prstGeom prst="rect">
              <a:avLst/>
            </a:prstGeom>
            <a:noFill/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algn="ctr">
                <a:defRPr sz="1200" b="1">
                  <a:solidFill>
                    <a:schemeClr val="tx1"/>
                  </a:solidFill>
                  <a:effectLst>
                    <a:glow rad="330200">
                      <a:schemeClr val="bg1">
                        <a:alpha val="80000"/>
                      </a:schemeClr>
                    </a:glow>
                  </a:effectLst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330200">
                      <a:prstClr val="white">
                        <a:alpha val="80000"/>
                      </a:prstClr>
                    </a:glow>
                  </a:effectLst>
                  <a:uLnTx/>
                  <a:uFillTx/>
                  <a:latin typeface="Times New Roman"/>
                  <a:ea typeface="宋体"/>
                  <a:cs typeface="+mn-cs"/>
                </a:rPr>
                <a:t>Servicer</a:t>
              </a:r>
              <a:endParaRPr kumimoji="0" lang="zh-CN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glow rad="330200">
                    <a:prstClr val="white">
                      <a:alpha val="80000"/>
                    </a:prstClr>
                  </a:glow>
                </a:effectLst>
                <a:uLnTx/>
                <a:uFillTx/>
                <a:latin typeface="Times New Roman"/>
                <a:ea typeface="宋体"/>
                <a:cs typeface="+mn-cs"/>
              </a:endParaRPr>
            </a:p>
          </p:txBody>
        </p:sp>
        <p:sp>
          <p:nvSpPr>
            <p:cNvPr id="88" name="图形 5">
              <a:extLst>
                <a:ext uri="{FF2B5EF4-FFF2-40B4-BE49-F238E27FC236}">
                  <a16:creationId xmlns:a16="http://schemas.microsoft.com/office/drawing/2014/main" id="{FE12468F-FA5E-9E72-69D1-572A7BE4C924}"/>
                </a:ext>
              </a:extLst>
            </p:cNvPr>
            <p:cNvSpPr/>
            <p:nvPr/>
          </p:nvSpPr>
          <p:spPr>
            <a:xfrm>
              <a:off x="3769995" y="705799"/>
              <a:ext cx="84496" cy="66959"/>
            </a:xfrm>
            <a:custGeom>
              <a:avLst/>
              <a:gdLst>
                <a:gd name="csX0" fmla="*/ 180824 w 199809"/>
                <a:gd name="csY0" fmla="*/ 4460 h 158339"/>
                <a:gd name="csX1" fmla="*/ 117865 w 199809"/>
                <a:gd name="csY1" fmla="*/ 0 h 158339"/>
                <a:gd name="csX2" fmla="*/ 114577 w 199809"/>
                <a:gd name="csY2" fmla="*/ 0 h 158339"/>
                <a:gd name="csX3" fmla="*/ 21063 w 199809"/>
                <a:gd name="csY3" fmla="*/ 109857 h 158339"/>
                <a:gd name="csX4" fmla="*/ 0 w 199809"/>
                <a:gd name="csY4" fmla="*/ 158339 h 158339"/>
                <a:gd name="csX5" fmla="*/ 14273 w 199809"/>
                <a:gd name="csY5" fmla="*/ 158339 h 158339"/>
                <a:gd name="csX6" fmla="*/ 26224 w 199809"/>
                <a:gd name="csY6" fmla="*/ 126577 h 158339"/>
                <a:gd name="csX7" fmla="*/ 29964 w 199809"/>
                <a:gd name="csY7" fmla="*/ 126336 h 158339"/>
                <a:gd name="csX8" fmla="*/ 73726 w 199809"/>
                <a:gd name="csY8" fmla="*/ 132945 h 158339"/>
                <a:gd name="csX9" fmla="*/ 93692 w 199809"/>
                <a:gd name="csY9" fmla="*/ 135810 h 158339"/>
                <a:gd name="csX10" fmla="*/ 197521 w 199809"/>
                <a:gd name="csY10" fmla="*/ 8995 h 158339"/>
                <a:gd name="csX11" fmla="*/ 199809 w 199809"/>
                <a:gd name="csY11" fmla="*/ 2944 h 158339"/>
                <a:gd name="csX12" fmla="*/ 180884 w 199809"/>
                <a:gd name="csY12" fmla="*/ 4460 h 158339"/>
                <a:gd name="csX13" fmla="*/ 180824 w 199809"/>
                <a:gd name="csY13" fmla="*/ 4460 h 158339"/>
                <a:gd name="csX14" fmla="*/ 165178 w 199809"/>
                <a:gd name="csY14" fmla="*/ 64961 h 158339"/>
                <a:gd name="csX15" fmla="*/ 141650 w 199809"/>
                <a:gd name="csY15" fmla="*/ 99829 h 158339"/>
                <a:gd name="csX16" fmla="*/ 93684 w 199809"/>
                <a:gd name="csY16" fmla="*/ 121318 h 158339"/>
                <a:gd name="csX17" fmla="*/ 77763 w 199809"/>
                <a:gd name="csY17" fmla="*/ 119090 h 158339"/>
                <a:gd name="csX18" fmla="*/ 77198 w 199809"/>
                <a:gd name="csY18" fmla="*/ 118932 h 158339"/>
                <a:gd name="csX19" fmla="*/ 76595 w 199809"/>
                <a:gd name="csY19" fmla="*/ 118770 h 158339"/>
                <a:gd name="csX20" fmla="*/ 38092 w 199809"/>
                <a:gd name="csY20" fmla="*/ 112402 h 158339"/>
                <a:gd name="csX21" fmla="*/ 74608 w 199809"/>
                <a:gd name="csY21" fmla="*/ 83026 h 158339"/>
                <a:gd name="csX22" fmla="*/ 105360 w 199809"/>
                <a:gd name="csY22" fmla="*/ 69813 h 158339"/>
                <a:gd name="csX23" fmla="*/ 147293 w 199809"/>
                <a:gd name="csY23" fmla="*/ 48637 h 158339"/>
                <a:gd name="csX24" fmla="*/ 138147 w 199809"/>
                <a:gd name="csY24" fmla="*/ 37572 h 158339"/>
                <a:gd name="csX25" fmla="*/ 100889 w 199809"/>
                <a:gd name="csY25" fmla="*/ 56120 h 158339"/>
                <a:gd name="csX26" fmla="*/ 67087 w 199809"/>
                <a:gd name="csY26" fmla="*/ 70846 h 158339"/>
                <a:gd name="csX27" fmla="*/ 34088 w 199809"/>
                <a:gd name="csY27" fmla="*/ 96161 h 158339"/>
                <a:gd name="csX28" fmla="*/ 34160 w 199809"/>
                <a:gd name="csY28" fmla="*/ 80240 h 158339"/>
                <a:gd name="csX29" fmla="*/ 45093 w 199809"/>
                <a:gd name="csY29" fmla="*/ 47125 h 158339"/>
                <a:gd name="csX30" fmla="*/ 55125 w 199809"/>
                <a:gd name="csY30" fmla="*/ 36297 h 158339"/>
                <a:gd name="csX31" fmla="*/ 69688 w 199809"/>
                <a:gd name="csY31" fmla="*/ 26986 h 158339"/>
                <a:gd name="csX32" fmla="*/ 115629 w 199809"/>
                <a:gd name="csY32" fmla="*/ 14405 h 158339"/>
                <a:gd name="csX33" fmla="*/ 117876 w 199809"/>
                <a:gd name="csY33" fmla="*/ 14405 h 158339"/>
                <a:gd name="csX34" fmla="*/ 147584 w 199809"/>
                <a:gd name="csY34" fmla="*/ 16554 h 158339"/>
                <a:gd name="csX35" fmla="*/ 180775 w 199809"/>
                <a:gd name="csY35" fmla="*/ 18865 h 158339"/>
                <a:gd name="csX36" fmla="*/ 165193 w 199809"/>
                <a:gd name="csY36" fmla="*/ 64957 h 158339"/>
                <a:gd name="csX37" fmla="*/ 165178 w 199809"/>
                <a:gd name="csY37" fmla="*/ 64957 h 1583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199809" h="158339">
                  <a:moveTo>
                    <a:pt x="180824" y="4460"/>
                  </a:moveTo>
                  <a:cubicBezTo>
                    <a:pt x="160051" y="4460"/>
                    <a:pt x="138291" y="0"/>
                    <a:pt x="117865" y="0"/>
                  </a:cubicBezTo>
                  <a:lnTo>
                    <a:pt x="114577" y="0"/>
                  </a:lnTo>
                  <a:cubicBezTo>
                    <a:pt x="30918" y="10428"/>
                    <a:pt x="13768" y="55166"/>
                    <a:pt x="21063" y="109857"/>
                  </a:cubicBezTo>
                  <a:cubicBezTo>
                    <a:pt x="8536" y="123023"/>
                    <a:pt x="1074" y="140198"/>
                    <a:pt x="0" y="158339"/>
                  </a:cubicBezTo>
                  <a:lnTo>
                    <a:pt x="14273" y="158339"/>
                  </a:lnTo>
                  <a:cubicBezTo>
                    <a:pt x="14884" y="146773"/>
                    <a:pt x="19059" y="135678"/>
                    <a:pt x="26224" y="126577"/>
                  </a:cubicBezTo>
                  <a:cubicBezTo>
                    <a:pt x="27468" y="126415"/>
                    <a:pt x="28712" y="126336"/>
                    <a:pt x="29964" y="126336"/>
                  </a:cubicBezTo>
                  <a:cubicBezTo>
                    <a:pt x="44720" y="127199"/>
                    <a:pt x="59370" y="129409"/>
                    <a:pt x="73726" y="132945"/>
                  </a:cubicBezTo>
                  <a:cubicBezTo>
                    <a:pt x="80210" y="134850"/>
                    <a:pt x="86934" y="135815"/>
                    <a:pt x="93692" y="135810"/>
                  </a:cubicBezTo>
                  <a:cubicBezTo>
                    <a:pt x="129593" y="135810"/>
                    <a:pt x="177973" y="109458"/>
                    <a:pt x="197521" y="8995"/>
                  </a:cubicBezTo>
                  <a:cubicBezTo>
                    <a:pt x="197907" y="6855"/>
                    <a:pt x="198683" y="4804"/>
                    <a:pt x="199809" y="2944"/>
                  </a:cubicBezTo>
                  <a:cubicBezTo>
                    <a:pt x="193553" y="3965"/>
                    <a:pt x="187223" y="4471"/>
                    <a:pt x="180884" y="4460"/>
                  </a:cubicBezTo>
                  <a:lnTo>
                    <a:pt x="180824" y="4460"/>
                  </a:lnTo>
                  <a:close/>
                  <a:moveTo>
                    <a:pt x="165178" y="64961"/>
                  </a:moveTo>
                  <a:cubicBezTo>
                    <a:pt x="159361" y="77829"/>
                    <a:pt x="151405" y="89618"/>
                    <a:pt x="141650" y="99829"/>
                  </a:cubicBezTo>
                  <a:cubicBezTo>
                    <a:pt x="129288" y="113272"/>
                    <a:pt x="111944" y="121042"/>
                    <a:pt x="93684" y="121318"/>
                  </a:cubicBezTo>
                  <a:cubicBezTo>
                    <a:pt x="88296" y="121375"/>
                    <a:pt x="82929" y="120624"/>
                    <a:pt x="77763" y="119090"/>
                  </a:cubicBezTo>
                  <a:lnTo>
                    <a:pt x="77198" y="118932"/>
                  </a:lnTo>
                  <a:lnTo>
                    <a:pt x="76595" y="118770"/>
                  </a:lnTo>
                  <a:cubicBezTo>
                    <a:pt x="63881" y="115972"/>
                    <a:pt x="51029" y="113847"/>
                    <a:pt x="38092" y="112402"/>
                  </a:cubicBezTo>
                  <a:cubicBezTo>
                    <a:pt x="49055" y="101196"/>
                    <a:pt x="61314" y="91335"/>
                    <a:pt x="74608" y="83026"/>
                  </a:cubicBezTo>
                  <a:cubicBezTo>
                    <a:pt x="84253" y="77329"/>
                    <a:pt x="94588" y="72888"/>
                    <a:pt x="105360" y="69813"/>
                  </a:cubicBezTo>
                  <a:cubicBezTo>
                    <a:pt x="120651" y="65728"/>
                    <a:pt x="134929" y="58518"/>
                    <a:pt x="147293" y="48637"/>
                  </a:cubicBezTo>
                  <a:lnTo>
                    <a:pt x="138147" y="37572"/>
                  </a:lnTo>
                  <a:cubicBezTo>
                    <a:pt x="127126" y="46236"/>
                    <a:pt x="114445" y="52548"/>
                    <a:pt x="100889" y="56120"/>
                  </a:cubicBezTo>
                  <a:cubicBezTo>
                    <a:pt x="89032" y="59547"/>
                    <a:pt x="77670" y="64496"/>
                    <a:pt x="67087" y="70846"/>
                  </a:cubicBezTo>
                  <a:cubicBezTo>
                    <a:pt x="55300" y="78205"/>
                    <a:pt x="44250" y="86683"/>
                    <a:pt x="34088" y="96161"/>
                  </a:cubicBezTo>
                  <a:cubicBezTo>
                    <a:pt x="33742" y="90859"/>
                    <a:pt x="33766" y="85539"/>
                    <a:pt x="34160" y="80240"/>
                  </a:cubicBezTo>
                  <a:cubicBezTo>
                    <a:pt x="34678" y="68404"/>
                    <a:pt x="38462" y="56943"/>
                    <a:pt x="45093" y="47125"/>
                  </a:cubicBezTo>
                  <a:cubicBezTo>
                    <a:pt x="47931" y="43078"/>
                    <a:pt x="51306" y="39435"/>
                    <a:pt x="55125" y="36297"/>
                  </a:cubicBezTo>
                  <a:cubicBezTo>
                    <a:pt x="59587" y="32618"/>
                    <a:pt x="64476" y="29492"/>
                    <a:pt x="69688" y="26986"/>
                  </a:cubicBezTo>
                  <a:cubicBezTo>
                    <a:pt x="84214" y="20316"/>
                    <a:pt x="99732" y="16067"/>
                    <a:pt x="115629" y="14405"/>
                  </a:cubicBezTo>
                  <a:lnTo>
                    <a:pt x="117876" y="14405"/>
                  </a:lnTo>
                  <a:cubicBezTo>
                    <a:pt x="127810" y="14563"/>
                    <a:pt x="137729" y="15280"/>
                    <a:pt x="147584" y="16554"/>
                  </a:cubicBezTo>
                  <a:cubicBezTo>
                    <a:pt x="158626" y="17911"/>
                    <a:pt x="169664" y="18627"/>
                    <a:pt x="180775" y="18865"/>
                  </a:cubicBezTo>
                  <a:cubicBezTo>
                    <a:pt x="177215" y="34734"/>
                    <a:pt x="171992" y="50183"/>
                    <a:pt x="165193" y="64957"/>
                  </a:cubicBezTo>
                  <a:lnTo>
                    <a:pt x="165178" y="64957"/>
                  </a:lnTo>
                  <a:close/>
                </a:path>
              </a:pathLst>
            </a:custGeom>
            <a:solidFill>
              <a:srgbClr val="48BE38"/>
            </a:solidFill>
            <a:ln w="251" cap="flat">
              <a:noFill/>
              <a:prstDash val="solid"/>
              <a:miter/>
            </a:ln>
          </p:spPr>
        </p:sp>
        <p:grpSp>
          <p:nvGrpSpPr>
            <p:cNvPr id="89" name="组合 88">
              <a:extLst>
                <a:ext uri="{FF2B5EF4-FFF2-40B4-BE49-F238E27FC236}">
                  <a16:creationId xmlns:a16="http://schemas.microsoft.com/office/drawing/2014/main" id="{3CAE4749-D4FA-170F-16D7-C6607B1C84CD}"/>
                </a:ext>
              </a:extLst>
            </p:cNvPr>
            <p:cNvGrpSpPr/>
            <p:nvPr/>
          </p:nvGrpSpPr>
          <p:grpSpPr>
            <a:xfrm>
              <a:off x="3769995" y="478505"/>
              <a:ext cx="95673" cy="93912"/>
              <a:chOff x="7251417" y="3646687"/>
              <a:chExt cx="235291" cy="230961"/>
            </a:xfrm>
            <a:solidFill>
              <a:srgbClr val="48BE38"/>
            </a:solidFill>
          </p:grpSpPr>
          <p:sp>
            <p:nvSpPr>
              <p:cNvPr id="90" name="任意多边形: 形状 89">
                <a:extLst>
                  <a:ext uri="{FF2B5EF4-FFF2-40B4-BE49-F238E27FC236}">
                    <a16:creationId xmlns:a16="http://schemas.microsoft.com/office/drawing/2014/main" id="{03FA79A0-93CC-31D2-E517-17FAB5600487}"/>
                  </a:ext>
                </a:extLst>
              </p:cNvPr>
              <p:cNvSpPr/>
              <p:nvPr/>
            </p:nvSpPr>
            <p:spPr>
              <a:xfrm>
                <a:off x="7337998" y="3731246"/>
                <a:ext cx="61842" cy="61842"/>
              </a:xfrm>
              <a:custGeom>
                <a:avLst/>
                <a:gdLst>
                  <a:gd name="csX0" fmla="*/ 0 w 94982"/>
                  <a:gd name="csY0" fmla="*/ 0 h 94982"/>
                  <a:gd name="csX1" fmla="*/ 94983 w 94982"/>
                  <a:gd name="csY1" fmla="*/ 0 h 94982"/>
                  <a:gd name="csX2" fmla="*/ 94983 w 94982"/>
                  <a:gd name="csY2" fmla="*/ 94983 h 94982"/>
                  <a:gd name="csX3" fmla="*/ 0 w 94982"/>
                  <a:gd name="csY3" fmla="*/ 94983 h 949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4982" h="94982">
                    <a:moveTo>
                      <a:pt x="0" y="0"/>
                    </a:moveTo>
                    <a:lnTo>
                      <a:pt x="94983" y="0"/>
                    </a:lnTo>
                    <a:lnTo>
                      <a:pt x="94983" y="94983"/>
                    </a:lnTo>
                    <a:lnTo>
                      <a:pt x="0" y="94983"/>
                    </a:lnTo>
                    <a:close/>
                  </a:path>
                </a:pathLst>
              </a:custGeom>
              <a:grpFill/>
              <a:ln w="12700" cap="flat">
                <a:noFill/>
                <a:prstDash val="solid"/>
                <a:miter/>
              </a:ln>
            </p:spPr>
          </p:sp>
          <p:sp>
            <p:nvSpPr>
              <p:cNvPr id="91" name="任意多边形: 形状 90">
                <a:extLst>
                  <a:ext uri="{FF2B5EF4-FFF2-40B4-BE49-F238E27FC236}">
                    <a16:creationId xmlns:a16="http://schemas.microsoft.com/office/drawing/2014/main" id="{97891CF8-3F1E-9E81-A98E-505E235C4B2D}"/>
                  </a:ext>
                </a:extLst>
              </p:cNvPr>
              <p:cNvSpPr/>
              <p:nvPr/>
            </p:nvSpPr>
            <p:spPr>
              <a:xfrm>
                <a:off x="7251417" y="3646687"/>
                <a:ext cx="235291" cy="230961"/>
              </a:xfrm>
              <a:custGeom>
                <a:avLst/>
                <a:gdLst>
                  <a:gd name="csX0" fmla="*/ 235292 w 235291"/>
                  <a:gd name="csY0" fmla="*/ 73908 h 230961"/>
                  <a:gd name="csX1" fmla="*/ 235292 w 235291"/>
                  <a:gd name="csY1" fmla="*/ 60050 h 230961"/>
                  <a:gd name="csX2" fmla="*/ 203823 w 235291"/>
                  <a:gd name="csY2" fmla="*/ 60050 h 230961"/>
                  <a:gd name="csX3" fmla="*/ 203823 w 235291"/>
                  <a:gd name="csY3" fmla="*/ 60045 h 230961"/>
                  <a:gd name="csX4" fmla="*/ 175247 w 235291"/>
                  <a:gd name="csY4" fmla="*/ 31468 h 230961"/>
                  <a:gd name="csX5" fmla="*/ 172932 w 235291"/>
                  <a:gd name="csY5" fmla="*/ 31468 h 230961"/>
                  <a:gd name="csX6" fmla="*/ 172932 w 235291"/>
                  <a:gd name="csY6" fmla="*/ 0 h 230961"/>
                  <a:gd name="csX7" fmla="*/ 159075 w 235291"/>
                  <a:gd name="csY7" fmla="*/ 0 h 230961"/>
                  <a:gd name="csX8" fmla="*/ 159075 w 235291"/>
                  <a:gd name="csY8" fmla="*/ 31468 h 230961"/>
                  <a:gd name="csX9" fmla="*/ 140598 w 235291"/>
                  <a:gd name="csY9" fmla="*/ 31468 h 230961"/>
                  <a:gd name="csX10" fmla="*/ 140598 w 235291"/>
                  <a:gd name="csY10" fmla="*/ 0 h 230961"/>
                  <a:gd name="csX11" fmla="*/ 126740 w 235291"/>
                  <a:gd name="csY11" fmla="*/ 0 h 230961"/>
                  <a:gd name="csX12" fmla="*/ 126740 w 235291"/>
                  <a:gd name="csY12" fmla="*/ 31468 h 230961"/>
                  <a:gd name="csX13" fmla="*/ 108263 w 235291"/>
                  <a:gd name="csY13" fmla="*/ 31468 h 230961"/>
                  <a:gd name="csX14" fmla="*/ 108263 w 235291"/>
                  <a:gd name="csY14" fmla="*/ 0 h 230961"/>
                  <a:gd name="csX15" fmla="*/ 94405 w 235291"/>
                  <a:gd name="csY15" fmla="*/ 0 h 230961"/>
                  <a:gd name="csX16" fmla="*/ 94405 w 235291"/>
                  <a:gd name="csY16" fmla="*/ 31468 h 230961"/>
                  <a:gd name="csX17" fmla="*/ 75929 w 235291"/>
                  <a:gd name="csY17" fmla="*/ 31468 h 230961"/>
                  <a:gd name="csX18" fmla="*/ 75929 w 235291"/>
                  <a:gd name="csY18" fmla="*/ 0 h 230961"/>
                  <a:gd name="csX19" fmla="*/ 62071 w 235291"/>
                  <a:gd name="csY19" fmla="*/ 0 h 230961"/>
                  <a:gd name="csX20" fmla="*/ 62071 w 235291"/>
                  <a:gd name="csY20" fmla="*/ 31468 h 230961"/>
                  <a:gd name="csX21" fmla="*/ 60045 w 235291"/>
                  <a:gd name="csY21" fmla="*/ 31468 h 230961"/>
                  <a:gd name="csX22" fmla="*/ 31468 w 235291"/>
                  <a:gd name="csY22" fmla="*/ 60045 h 230961"/>
                  <a:gd name="csX23" fmla="*/ 31468 w 235291"/>
                  <a:gd name="csY23" fmla="*/ 60050 h 230961"/>
                  <a:gd name="csX24" fmla="*/ 0 w 235291"/>
                  <a:gd name="csY24" fmla="*/ 60050 h 230961"/>
                  <a:gd name="csX25" fmla="*/ 0 w 235291"/>
                  <a:gd name="csY25" fmla="*/ 73908 h 230961"/>
                  <a:gd name="csX26" fmla="*/ 31468 w 235291"/>
                  <a:gd name="csY26" fmla="*/ 73908 h 230961"/>
                  <a:gd name="csX27" fmla="*/ 31468 w 235291"/>
                  <a:gd name="csY27" fmla="*/ 92385 h 230961"/>
                  <a:gd name="csX28" fmla="*/ 0 w 235291"/>
                  <a:gd name="csY28" fmla="*/ 92385 h 230961"/>
                  <a:gd name="csX29" fmla="*/ 0 w 235291"/>
                  <a:gd name="csY29" fmla="*/ 106242 h 230961"/>
                  <a:gd name="csX30" fmla="*/ 31468 w 235291"/>
                  <a:gd name="csY30" fmla="*/ 106242 h 230961"/>
                  <a:gd name="csX31" fmla="*/ 31468 w 235291"/>
                  <a:gd name="csY31" fmla="*/ 124719 h 230961"/>
                  <a:gd name="csX32" fmla="*/ 0 w 235291"/>
                  <a:gd name="csY32" fmla="*/ 124719 h 230961"/>
                  <a:gd name="csX33" fmla="*/ 0 w 235291"/>
                  <a:gd name="csY33" fmla="*/ 138577 h 230961"/>
                  <a:gd name="csX34" fmla="*/ 31468 w 235291"/>
                  <a:gd name="csY34" fmla="*/ 138577 h 230961"/>
                  <a:gd name="csX35" fmla="*/ 31468 w 235291"/>
                  <a:gd name="csY35" fmla="*/ 157054 h 230961"/>
                  <a:gd name="csX36" fmla="*/ 0 w 235291"/>
                  <a:gd name="csY36" fmla="*/ 157054 h 230961"/>
                  <a:gd name="csX37" fmla="*/ 0 w 235291"/>
                  <a:gd name="csY37" fmla="*/ 170911 h 230961"/>
                  <a:gd name="csX38" fmla="*/ 31468 w 235291"/>
                  <a:gd name="csY38" fmla="*/ 170911 h 230961"/>
                  <a:gd name="csX39" fmla="*/ 31468 w 235291"/>
                  <a:gd name="csY39" fmla="*/ 170917 h 230961"/>
                  <a:gd name="csX40" fmla="*/ 60045 w 235291"/>
                  <a:gd name="csY40" fmla="*/ 199493 h 230961"/>
                  <a:gd name="csX41" fmla="*/ 62071 w 235291"/>
                  <a:gd name="csY41" fmla="*/ 199493 h 230961"/>
                  <a:gd name="csX42" fmla="*/ 62071 w 235291"/>
                  <a:gd name="csY42" fmla="*/ 230961 h 230961"/>
                  <a:gd name="csX43" fmla="*/ 75929 w 235291"/>
                  <a:gd name="csY43" fmla="*/ 230961 h 230961"/>
                  <a:gd name="csX44" fmla="*/ 75929 w 235291"/>
                  <a:gd name="csY44" fmla="*/ 199493 h 230961"/>
                  <a:gd name="csX45" fmla="*/ 94405 w 235291"/>
                  <a:gd name="csY45" fmla="*/ 199493 h 230961"/>
                  <a:gd name="csX46" fmla="*/ 94405 w 235291"/>
                  <a:gd name="csY46" fmla="*/ 230961 h 230961"/>
                  <a:gd name="csX47" fmla="*/ 108263 w 235291"/>
                  <a:gd name="csY47" fmla="*/ 230961 h 230961"/>
                  <a:gd name="csX48" fmla="*/ 108263 w 235291"/>
                  <a:gd name="csY48" fmla="*/ 199493 h 230961"/>
                  <a:gd name="csX49" fmla="*/ 126740 w 235291"/>
                  <a:gd name="csY49" fmla="*/ 199493 h 230961"/>
                  <a:gd name="csX50" fmla="*/ 126740 w 235291"/>
                  <a:gd name="csY50" fmla="*/ 230961 h 230961"/>
                  <a:gd name="csX51" fmla="*/ 140598 w 235291"/>
                  <a:gd name="csY51" fmla="*/ 230961 h 230961"/>
                  <a:gd name="csX52" fmla="*/ 140598 w 235291"/>
                  <a:gd name="csY52" fmla="*/ 199493 h 230961"/>
                  <a:gd name="csX53" fmla="*/ 159075 w 235291"/>
                  <a:gd name="csY53" fmla="*/ 199493 h 230961"/>
                  <a:gd name="csX54" fmla="*/ 159075 w 235291"/>
                  <a:gd name="csY54" fmla="*/ 230961 h 230961"/>
                  <a:gd name="csX55" fmla="*/ 172932 w 235291"/>
                  <a:gd name="csY55" fmla="*/ 230961 h 230961"/>
                  <a:gd name="csX56" fmla="*/ 172932 w 235291"/>
                  <a:gd name="csY56" fmla="*/ 199493 h 230961"/>
                  <a:gd name="csX57" fmla="*/ 175247 w 235291"/>
                  <a:gd name="csY57" fmla="*/ 199493 h 230961"/>
                  <a:gd name="csX58" fmla="*/ 203823 w 235291"/>
                  <a:gd name="csY58" fmla="*/ 170917 h 230961"/>
                  <a:gd name="csX59" fmla="*/ 203823 w 235291"/>
                  <a:gd name="csY59" fmla="*/ 170911 h 230961"/>
                  <a:gd name="csX60" fmla="*/ 235292 w 235291"/>
                  <a:gd name="csY60" fmla="*/ 170911 h 230961"/>
                  <a:gd name="csX61" fmla="*/ 235292 w 235291"/>
                  <a:gd name="csY61" fmla="*/ 157054 h 230961"/>
                  <a:gd name="csX62" fmla="*/ 203823 w 235291"/>
                  <a:gd name="csY62" fmla="*/ 157054 h 230961"/>
                  <a:gd name="csX63" fmla="*/ 203823 w 235291"/>
                  <a:gd name="csY63" fmla="*/ 138577 h 230961"/>
                  <a:gd name="csX64" fmla="*/ 235292 w 235291"/>
                  <a:gd name="csY64" fmla="*/ 138577 h 230961"/>
                  <a:gd name="csX65" fmla="*/ 235292 w 235291"/>
                  <a:gd name="csY65" fmla="*/ 124719 h 230961"/>
                  <a:gd name="csX66" fmla="*/ 203823 w 235291"/>
                  <a:gd name="csY66" fmla="*/ 124719 h 230961"/>
                  <a:gd name="csX67" fmla="*/ 203823 w 235291"/>
                  <a:gd name="csY67" fmla="*/ 106242 h 230961"/>
                  <a:gd name="csX68" fmla="*/ 235292 w 235291"/>
                  <a:gd name="csY68" fmla="*/ 106242 h 230961"/>
                  <a:gd name="csX69" fmla="*/ 235292 w 235291"/>
                  <a:gd name="csY69" fmla="*/ 92385 h 230961"/>
                  <a:gd name="csX70" fmla="*/ 203823 w 235291"/>
                  <a:gd name="csY70" fmla="*/ 92385 h 230961"/>
                  <a:gd name="csX71" fmla="*/ 203823 w 235291"/>
                  <a:gd name="csY71" fmla="*/ 73908 h 230961"/>
                  <a:gd name="csX72" fmla="*/ 235292 w 235291"/>
                  <a:gd name="csY72" fmla="*/ 73908 h 230961"/>
                  <a:gd name="csX73" fmla="*/ 186501 w 235291"/>
                  <a:gd name="csY73" fmla="*/ 170917 h 230961"/>
                  <a:gd name="csX74" fmla="*/ 175247 w 235291"/>
                  <a:gd name="csY74" fmla="*/ 182171 h 230961"/>
                  <a:gd name="csX75" fmla="*/ 60045 w 235291"/>
                  <a:gd name="csY75" fmla="*/ 182171 h 230961"/>
                  <a:gd name="csX76" fmla="*/ 48791 w 235291"/>
                  <a:gd name="csY76" fmla="*/ 170917 h 230961"/>
                  <a:gd name="csX77" fmla="*/ 48791 w 235291"/>
                  <a:gd name="csY77" fmla="*/ 60045 h 230961"/>
                  <a:gd name="csX78" fmla="*/ 60045 w 235291"/>
                  <a:gd name="csY78" fmla="*/ 48791 h 230961"/>
                  <a:gd name="csX79" fmla="*/ 175247 w 235291"/>
                  <a:gd name="csY79" fmla="*/ 48791 h 230961"/>
                  <a:gd name="csX80" fmla="*/ 186501 w 235291"/>
                  <a:gd name="csY80" fmla="*/ 60045 h 230961"/>
                  <a:gd name="csX81" fmla="*/ 186501 w 235291"/>
                  <a:gd name="csY81" fmla="*/ 170917 h 2309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</a:cxnLst>
                <a:rect l="l" t="t" r="r" b="b"/>
                <a:pathLst>
                  <a:path w="235291" h="230961">
                    <a:moveTo>
                      <a:pt x="235292" y="73908"/>
                    </a:moveTo>
                    <a:lnTo>
                      <a:pt x="235292" y="60050"/>
                    </a:lnTo>
                    <a:lnTo>
                      <a:pt x="203823" y="60050"/>
                    </a:lnTo>
                    <a:lnTo>
                      <a:pt x="203823" y="60045"/>
                    </a:lnTo>
                    <a:cubicBezTo>
                      <a:pt x="203823" y="44288"/>
                      <a:pt x="191004" y="31468"/>
                      <a:pt x="175247" y="31468"/>
                    </a:cubicBezTo>
                    <a:lnTo>
                      <a:pt x="172932" y="31468"/>
                    </a:lnTo>
                    <a:lnTo>
                      <a:pt x="172932" y="0"/>
                    </a:lnTo>
                    <a:lnTo>
                      <a:pt x="159075" y="0"/>
                    </a:lnTo>
                    <a:lnTo>
                      <a:pt x="159075" y="31468"/>
                    </a:lnTo>
                    <a:lnTo>
                      <a:pt x="140598" y="31468"/>
                    </a:lnTo>
                    <a:lnTo>
                      <a:pt x="140598" y="0"/>
                    </a:lnTo>
                    <a:lnTo>
                      <a:pt x="126740" y="0"/>
                    </a:lnTo>
                    <a:lnTo>
                      <a:pt x="126740" y="31468"/>
                    </a:lnTo>
                    <a:lnTo>
                      <a:pt x="108263" y="31468"/>
                    </a:lnTo>
                    <a:lnTo>
                      <a:pt x="108263" y="0"/>
                    </a:lnTo>
                    <a:lnTo>
                      <a:pt x="94405" y="0"/>
                    </a:lnTo>
                    <a:lnTo>
                      <a:pt x="94405" y="31468"/>
                    </a:lnTo>
                    <a:lnTo>
                      <a:pt x="75929" y="31468"/>
                    </a:lnTo>
                    <a:lnTo>
                      <a:pt x="75929" y="0"/>
                    </a:lnTo>
                    <a:lnTo>
                      <a:pt x="62071" y="0"/>
                    </a:lnTo>
                    <a:lnTo>
                      <a:pt x="62071" y="31468"/>
                    </a:lnTo>
                    <a:lnTo>
                      <a:pt x="60045" y="31468"/>
                    </a:lnTo>
                    <a:cubicBezTo>
                      <a:pt x="44288" y="31468"/>
                      <a:pt x="31468" y="44288"/>
                      <a:pt x="31468" y="60045"/>
                    </a:cubicBezTo>
                    <a:lnTo>
                      <a:pt x="31468" y="60050"/>
                    </a:lnTo>
                    <a:lnTo>
                      <a:pt x="0" y="60050"/>
                    </a:lnTo>
                    <a:lnTo>
                      <a:pt x="0" y="73908"/>
                    </a:lnTo>
                    <a:lnTo>
                      <a:pt x="31468" y="73908"/>
                    </a:lnTo>
                    <a:lnTo>
                      <a:pt x="31468" y="92385"/>
                    </a:lnTo>
                    <a:lnTo>
                      <a:pt x="0" y="92385"/>
                    </a:lnTo>
                    <a:lnTo>
                      <a:pt x="0" y="106242"/>
                    </a:lnTo>
                    <a:lnTo>
                      <a:pt x="31468" y="106242"/>
                    </a:lnTo>
                    <a:lnTo>
                      <a:pt x="31468" y="124719"/>
                    </a:lnTo>
                    <a:lnTo>
                      <a:pt x="0" y="124719"/>
                    </a:lnTo>
                    <a:lnTo>
                      <a:pt x="0" y="138577"/>
                    </a:lnTo>
                    <a:lnTo>
                      <a:pt x="31468" y="138577"/>
                    </a:lnTo>
                    <a:lnTo>
                      <a:pt x="31468" y="157054"/>
                    </a:lnTo>
                    <a:lnTo>
                      <a:pt x="0" y="157054"/>
                    </a:lnTo>
                    <a:lnTo>
                      <a:pt x="0" y="170911"/>
                    </a:lnTo>
                    <a:lnTo>
                      <a:pt x="31468" y="170911"/>
                    </a:lnTo>
                    <a:lnTo>
                      <a:pt x="31468" y="170917"/>
                    </a:lnTo>
                    <a:cubicBezTo>
                      <a:pt x="31468" y="186674"/>
                      <a:pt x="44288" y="199493"/>
                      <a:pt x="60045" y="199493"/>
                    </a:cubicBezTo>
                    <a:lnTo>
                      <a:pt x="62071" y="199493"/>
                    </a:lnTo>
                    <a:lnTo>
                      <a:pt x="62071" y="230961"/>
                    </a:lnTo>
                    <a:lnTo>
                      <a:pt x="75929" y="230961"/>
                    </a:lnTo>
                    <a:lnTo>
                      <a:pt x="75929" y="199493"/>
                    </a:lnTo>
                    <a:lnTo>
                      <a:pt x="94405" y="199493"/>
                    </a:lnTo>
                    <a:lnTo>
                      <a:pt x="94405" y="230961"/>
                    </a:lnTo>
                    <a:lnTo>
                      <a:pt x="108263" y="230961"/>
                    </a:lnTo>
                    <a:lnTo>
                      <a:pt x="108263" y="199493"/>
                    </a:lnTo>
                    <a:lnTo>
                      <a:pt x="126740" y="199493"/>
                    </a:lnTo>
                    <a:lnTo>
                      <a:pt x="126740" y="230961"/>
                    </a:lnTo>
                    <a:lnTo>
                      <a:pt x="140598" y="230961"/>
                    </a:lnTo>
                    <a:lnTo>
                      <a:pt x="140598" y="199493"/>
                    </a:lnTo>
                    <a:lnTo>
                      <a:pt x="159075" y="199493"/>
                    </a:lnTo>
                    <a:lnTo>
                      <a:pt x="159075" y="230961"/>
                    </a:lnTo>
                    <a:lnTo>
                      <a:pt x="172932" y="230961"/>
                    </a:lnTo>
                    <a:lnTo>
                      <a:pt x="172932" y="199493"/>
                    </a:lnTo>
                    <a:lnTo>
                      <a:pt x="175247" y="199493"/>
                    </a:lnTo>
                    <a:cubicBezTo>
                      <a:pt x="191004" y="199493"/>
                      <a:pt x="203823" y="186674"/>
                      <a:pt x="203823" y="170917"/>
                    </a:cubicBezTo>
                    <a:lnTo>
                      <a:pt x="203823" y="170911"/>
                    </a:lnTo>
                    <a:lnTo>
                      <a:pt x="235292" y="170911"/>
                    </a:lnTo>
                    <a:lnTo>
                      <a:pt x="235292" y="157054"/>
                    </a:lnTo>
                    <a:lnTo>
                      <a:pt x="203823" y="157054"/>
                    </a:lnTo>
                    <a:lnTo>
                      <a:pt x="203823" y="138577"/>
                    </a:lnTo>
                    <a:lnTo>
                      <a:pt x="235292" y="138577"/>
                    </a:lnTo>
                    <a:lnTo>
                      <a:pt x="235292" y="124719"/>
                    </a:lnTo>
                    <a:lnTo>
                      <a:pt x="203823" y="124719"/>
                    </a:lnTo>
                    <a:lnTo>
                      <a:pt x="203823" y="106242"/>
                    </a:lnTo>
                    <a:lnTo>
                      <a:pt x="235292" y="106242"/>
                    </a:lnTo>
                    <a:lnTo>
                      <a:pt x="235292" y="92385"/>
                    </a:lnTo>
                    <a:lnTo>
                      <a:pt x="203823" y="92385"/>
                    </a:lnTo>
                    <a:lnTo>
                      <a:pt x="203823" y="73908"/>
                    </a:lnTo>
                    <a:lnTo>
                      <a:pt x="235292" y="73908"/>
                    </a:lnTo>
                    <a:close/>
                    <a:moveTo>
                      <a:pt x="186501" y="170917"/>
                    </a:moveTo>
                    <a:cubicBezTo>
                      <a:pt x="186501" y="177122"/>
                      <a:pt x="181453" y="182171"/>
                      <a:pt x="175247" y="182171"/>
                    </a:cubicBezTo>
                    <a:lnTo>
                      <a:pt x="60045" y="182171"/>
                    </a:lnTo>
                    <a:cubicBezTo>
                      <a:pt x="53839" y="182171"/>
                      <a:pt x="48791" y="177122"/>
                      <a:pt x="48791" y="170917"/>
                    </a:cubicBezTo>
                    <a:lnTo>
                      <a:pt x="48791" y="60045"/>
                    </a:lnTo>
                    <a:cubicBezTo>
                      <a:pt x="48791" y="53839"/>
                      <a:pt x="53839" y="48791"/>
                      <a:pt x="60045" y="48791"/>
                    </a:cubicBezTo>
                    <a:lnTo>
                      <a:pt x="175247" y="48791"/>
                    </a:lnTo>
                    <a:cubicBezTo>
                      <a:pt x="181453" y="48791"/>
                      <a:pt x="186501" y="53839"/>
                      <a:pt x="186501" y="60045"/>
                    </a:cubicBezTo>
                    <a:lnTo>
                      <a:pt x="186501" y="170917"/>
                    </a:lnTo>
                    <a:close/>
                  </a:path>
                </a:pathLst>
              </a:custGeom>
              <a:grpFill/>
              <a:ln w="251" cap="flat">
                <a:noFill/>
                <a:prstDash val="solid"/>
                <a:miter/>
              </a:ln>
            </p:spPr>
          </p:sp>
        </p:grpSp>
        <p:sp>
          <p:nvSpPr>
            <p:cNvPr id="92" name="文本框 91">
              <a:extLst>
                <a:ext uri="{FF2B5EF4-FFF2-40B4-BE49-F238E27FC236}">
                  <a16:creationId xmlns:a16="http://schemas.microsoft.com/office/drawing/2014/main" id="{690ADDB2-CCC1-EB3A-664E-602503B53FF3}"/>
                </a:ext>
              </a:extLst>
            </p:cNvPr>
            <p:cNvSpPr txBox="1"/>
            <p:nvPr/>
          </p:nvSpPr>
          <p:spPr>
            <a:xfrm>
              <a:off x="3811002" y="415898"/>
              <a:ext cx="992579" cy="220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lnSpc>
                  <a:spcPts val="1000"/>
                </a:lnSpc>
                <a:defRPr sz="900">
                  <a:solidFill>
                    <a:schemeClr val="bg1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defRPr>
              </a:lvl1pPr>
            </a:lstStyle>
            <a:p>
              <a:pPr marL="0" marR="0" lvl="0" indent="0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Jetson AGX Orin</a:t>
              </a:r>
              <a:endParaRPr kumimoji="0" lang="zh-CN" altLang="en-US" sz="9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93" name="文本框 92">
              <a:extLst>
                <a:ext uri="{FF2B5EF4-FFF2-40B4-BE49-F238E27FC236}">
                  <a16:creationId xmlns:a16="http://schemas.microsoft.com/office/drawing/2014/main" id="{D4C464D9-164B-B4B7-7D1D-0A91B0A3D056}"/>
                </a:ext>
              </a:extLst>
            </p:cNvPr>
            <p:cNvSpPr txBox="1"/>
            <p:nvPr/>
          </p:nvSpPr>
          <p:spPr>
            <a:xfrm>
              <a:off x="3811002" y="624893"/>
              <a:ext cx="575799" cy="220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>
                <a:lnSpc>
                  <a:spcPts val="1000"/>
                </a:lnSpc>
              </a:pPr>
              <a:r>
                <a:rPr lang="en-US" altLang="zh-CN" sz="900" dirty="0">
                  <a:solidFill>
                    <a:prstClr val="white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10-40 W</a:t>
              </a:r>
              <a:endParaRPr lang="zh-CN" altLang="en-US" sz="900" dirty="0">
                <a:solidFill>
                  <a:prstClr val="white"/>
                </a:solidFill>
                <a:latin typeface="Calibri Light" panose="020F0302020204030204" pitchFamily="34" charset="0"/>
                <a:ea typeface="宋体"/>
                <a:cs typeface="Calibri Light" panose="020F0302020204030204" pitchFamily="34" charset="0"/>
              </a:endParaRPr>
            </a:p>
          </p:txBody>
        </p:sp>
        <p:grpSp>
          <p:nvGrpSpPr>
            <p:cNvPr id="102" name="组合 101">
              <a:extLst>
                <a:ext uri="{FF2B5EF4-FFF2-40B4-BE49-F238E27FC236}">
                  <a16:creationId xmlns:a16="http://schemas.microsoft.com/office/drawing/2014/main" id="{6C2DE55A-F47B-2E12-036C-1FD8BEBDE664}"/>
                </a:ext>
              </a:extLst>
            </p:cNvPr>
            <p:cNvGrpSpPr/>
            <p:nvPr/>
          </p:nvGrpSpPr>
          <p:grpSpPr>
            <a:xfrm>
              <a:off x="3769995" y="599421"/>
              <a:ext cx="79375" cy="79375"/>
              <a:chOff x="5067385" y="1959393"/>
              <a:chExt cx="79375" cy="79375"/>
            </a:xfrm>
          </p:grpSpPr>
          <p:sp>
            <p:nvSpPr>
              <p:cNvPr id="103" name="任意多边形: 形状 102">
                <a:extLst>
                  <a:ext uri="{FF2B5EF4-FFF2-40B4-BE49-F238E27FC236}">
                    <a16:creationId xmlns:a16="http://schemas.microsoft.com/office/drawing/2014/main" id="{8029399B-8F8F-8069-FA9D-A4CD0A383900}"/>
                  </a:ext>
                </a:extLst>
              </p:cNvPr>
              <p:cNvSpPr/>
              <p:nvPr/>
            </p:nvSpPr>
            <p:spPr>
              <a:xfrm>
                <a:off x="5067385" y="1959393"/>
                <a:ext cx="79375" cy="79375"/>
              </a:xfrm>
              <a:custGeom>
                <a:avLst/>
                <a:gdLst>
                  <a:gd name="csX0" fmla="*/ 39688 w 79375"/>
                  <a:gd name="csY0" fmla="*/ 5670 h 79375"/>
                  <a:gd name="csX1" fmla="*/ 52932 w 79375"/>
                  <a:gd name="csY1" fmla="*/ 8345 h 79375"/>
                  <a:gd name="csX2" fmla="*/ 63749 w 79375"/>
                  <a:gd name="csY2" fmla="*/ 15636 h 79375"/>
                  <a:gd name="csX3" fmla="*/ 71039 w 79375"/>
                  <a:gd name="csY3" fmla="*/ 26453 h 79375"/>
                  <a:gd name="csX4" fmla="*/ 73715 w 79375"/>
                  <a:gd name="csY4" fmla="*/ 39697 h 79375"/>
                  <a:gd name="csX5" fmla="*/ 71039 w 79375"/>
                  <a:gd name="csY5" fmla="*/ 52941 h 79375"/>
                  <a:gd name="csX6" fmla="*/ 63749 w 79375"/>
                  <a:gd name="csY6" fmla="*/ 63757 h 79375"/>
                  <a:gd name="csX7" fmla="*/ 52932 w 79375"/>
                  <a:gd name="csY7" fmla="*/ 71048 h 79375"/>
                  <a:gd name="csX8" fmla="*/ 39688 w 79375"/>
                  <a:gd name="csY8" fmla="*/ 73724 h 79375"/>
                  <a:gd name="csX9" fmla="*/ 26444 w 79375"/>
                  <a:gd name="csY9" fmla="*/ 71048 h 79375"/>
                  <a:gd name="csX10" fmla="*/ 15627 w 79375"/>
                  <a:gd name="csY10" fmla="*/ 63757 h 79375"/>
                  <a:gd name="csX11" fmla="*/ 8336 w 79375"/>
                  <a:gd name="csY11" fmla="*/ 52941 h 79375"/>
                  <a:gd name="csX12" fmla="*/ 5661 w 79375"/>
                  <a:gd name="csY12" fmla="*/ 39697 h 79375"/>
                  <a:gd name="csX13" fmla="*/ 8336 w 79375"/>
                  <a:gd name="csY13" fmla="*/ 26453 h 79375"/>
                  <a:gd name="csX14" fmla="*/ 15627 w 79375"/>
                  <a:gd name="csY14" fmla="*/ 15636 h 79375"/>
                  <a:gd name="csX15" fmla="*/ 26444 w 79375"/>
                  <a:gd name="csY15" fmla="*/ 8345 h 79375"/>
                  <a:gd name="csX16" fmla="*/ 39688 w 79375"/>
                  <a:gd name="csY16" fmla="*/ 5670 h 79375"/>
                  <a:gd name="csX17" fmla="*/ 39688 w 79375"/>
                  <a:gd name="csY17" fmla="*/ 0 h 79375"/>
                  <a:gd name="csX18" fmla="*/ 0 w 79375"/>
                  <a:gd name="csY18" fmla="*/ 39688 h 79375"/>
                  <a:gd name="csX19" fmla="*/ 39688 w 79375"/>
                  <a:gd name="csY19" fmla="*/ 79376 h 79375"/>
                  <a:gd name="csX20" fmla="*/ 79376 w 79375"/>
                  <a:gd name="csY20" fmla="*/ 39688 h 79375"/>
                  <a:gd name="csX21" fmla="*/ 39688 w 79375"/>
                  <a:gd name="csY21" fmla="*/ 0 h 793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79375" h="79375">
                    <a:moveTo>
                      <a:pt x="39688" y="5670"/>
                    </a:moveTo>
                    <a:cubicBezTo>
                      <a:pt x="44286" y="5670"/>
                      <a:pt x="48742" y="6564"/>
                      <a:pt x="52932" y="8345"/>
                    </a:cubicBezTo>
                    <a:cubicBezTo>
                      <a:pt x="56980" y="10055"/>
                      <a:pt x="60621" y="12509"/>
                      <a:pt x="63749" y="15636"/>
                    </a:cubicBezTo>
                    <a:cubicBezTo>
                      <a:pt x="66876" y="18763"/>
                      <a:pt x="69330" y="22404"/>
                      <a:pt x="71039" y="26453"/>
                    </a:cubicBezTo>
                    <a:cubicBezTo>
                      <a:pt x="72811" y="30643"/>
                      <a:pt x="73715" y="35099"/>
                      <a:pt x="73715" y="39697"/>
                    </a:cubicBezTo>
                    <a:cubicBezTo>
                      <a:pt x="73715" y="44294"/>
                      <a:pt x="72820" y="48750"/>
                      <a:pt x="71039" y="52941"/>
                    </a:cubicBezTo>
                    <a:cubicBezTo>
                      <a:pt x="69330" y="56989"/>
                      <a:pt x="66876" y="60630"/>
                      <a:pt x="63749" y="63757"/>
                    </a:cubicBezTo>
                    <a:cubicBezTo>
                      <a:pt x="60621" y="66885"/>
                      <a:pt x="56980" y="69339"/>
                      <a:pt x="52932" y="71048"/>
                    </a:cubicBezTo>
                    <a:cubicBezTo>
                      <a:pt x="48742" y="72820"/>
                      <a:pt x="44286" y="73724"/>
                      <a:pt x="39688" y="73724"/>
                    </a:cubicBezTo>
                    <a:cubicBezTo>
                      <a:pt x="35090" y="73724"/>
                      <a:pt x="30634" y="72829"/>
                      <a:pt x="26444" y="71048"/>
                    </a:cubicBezTo>
                    <a:cubicBezTo>
                      <a:pt x="22395" y="69339"/>
                      <a:pt x="18754" y="66885"/>
                      <a:pt x="15627" y="63757"/>
                    </a:cubicBezTo>
                    <a:cubicBezTo>
                      <a:pt x="12500" y="60630"/>
                      <a:pt x="10046" y="56989"/>
                      <a:pt x="8336" y="52941"/>
                    </a:cubicBezTo>
                    <a:cubicBezTo>
                      <a:pt x="6564" y="48750"/>
                      <a:pt x="5661" y="44294"/>
                      <a:pt x="5661" y="39697"/>
                    </a:cubicBezTo>
                    <a:cubicBezTo>
                      <a:pt x="5661" y="35099"/>
                      <a:pt x="6556" y="30643"/>
                      <a:pt x="8336" y="26453"/>
                    </a:cubicBezTo>
                    <a:cubicBezTo>
                      <a:pt x="10046" y="22404"/>
                      <a:pt x="12500" y="18763"/>
                      <a:pt x="15627" y="15636"/>
                    </a:cubicBezTo>
                    <a:cubicBezTo>
                      <a:pt x="18754" y="12509"/>
                      <a:pt x="22395" y="10055"/>
                      <a:pt x="26444" y="8345"/>
                    </a:cubicBezTo>
                    <a:cubicBezTo>
                      <a:pt x="30634" y="6564"/>
                      <a:pt x="35090" y="5670"/>
                      <a:pt x="39688" y="5670"/>
                    </a:cubicBezTo>
                    <a:moveTo>
                      <a:pt x="39688" y="0"/>
                    </a:moveTo>
                    <a:cubicBezTo>
                      <a:pt x="17771" y="0"/>
                      <a:pt x="0" y="17771"/>
                      <a:pt x="0" y="39688"/>
                    </a:cubicBezTo>
                    <a:cubicBezTo>
                      <a:pt x="0" y="61605"/>
                      <a:pt x="17771" y="79376"/>
                      <a:pt x="39688" y="79376"/>
                    </a:cubicBezTo>
                    <a:cubicBezTo>
                      <a:pt x="61605" y="79376"/>
                      <a:pt x="79376" y="61605"/>
                      <a:pt x="79376" y="39688"/>
                    </a:cubicBezTo>
                    <a:cubicBezTo>
                      <a:pt x="79376" y="17771"/>
                      <a:pt x="61605" y="0"/>
                      <a:pt x="39688" y="0"/>
                    </a:cubicBezTo>
                    <a:close/>
                  </a:path>
                </a:pathLst>
              </a:custGeom>
              <a:solidFill>
                <a:srgbClr val="48BE38"/>
              </a:solidFill>
              <a:ln w="84" cap="flat">
                <a:noFill/>
                <a:prstDash val="solid"/>
                <a:miter/>
              </a:ln>
            </p:spPr>
          </p:sp>
          <p:sp>
            <p:nvSpPr>
              <p:cNvPr id="104" name="任意多边形: 形状 103">
                <a:extLst>
                  <a:ext uri="{FF2B5EF4-FFF2-40B4-BE49-F238E27FC236}">
                    <a16:creationId xmlns:a16="http://schemas.microsoft.com/office/drawing/2014/main" id="{085A3834-EB96-116C-0CE5-9A407963FE2C}"/>
                  </a:ext>
                </a:extLst>
              </p:cNvPr>
              <p:cNvSpPr/>
              <p:nvPr/>
            </p:nvSpPr>
            <p:spPr>
              <a:xfrm>
                <a:off x="5078725" y="1970733"/>
                <a:ext cx="48396" cy="34013"/>
              </a:xfrm>
              <a:custGeom>
                <a:avLst/>
                <a:gdLst>
                  <a:gd name="csX0" fmla="*/ 5493 w 48396"/>
                  <a:gd name="csY0" fmla="*/ 18692 h 34013"/>
                  <a:gd name="csX1" fmla="*/ 10808 w 48396"/>
                  <a:gd name="csY1" fmla="*/ 10808 h 34013"/>
                  <a:gd name="csX2" fmla="*/ 18692 w 48396"/>
                  <a:gd name="csY2" fmla="*/ 5493 h 34013"/>
                  <a:gd name="csX3" fmla="*/ 28348 w 48396"/>
                  <a:gd name="csY3" fmla="*/ 3544 h 34013"/>
                  <a:gd name="csX4" fmla="*/ 38005 w 48396"/>
                  <a:gd name="csY4" fmla="*/ 5493 h 34013"/>
                  <a:gd name="csX5" fmla="*/ 45889 w 48396"/>
                  <a:gd name="csY5" fmla="*/ 10808 h 34013"/>
                  <a:gd name="csX6" fmla="*/ 48396 w 48396"/>
                  <a:gd name="csY6" fmla="*/ 8301 h 34013"/>
                  <a:gd name="csX7" fmla="*/ 28348 w 48396"/>
                  <a:gd name="csY7" fmla="*/ 0 h 34013"/>
                  <a:gd name="csX8" fmla="*/ 0 w 48396"/>
                  <a:gd name="csY8" fmla="*/ 28348 h 34013"/>
                  <a:gd name="csX9" fmla="*/ 3544 w 48396"/>
                  <a:gd name="csY9" fmla="*/ 28348 h 34013"/>
                  <a:gd name="csX10" fmla="*/ 5493 w 48396"/>
                  <a:gd name="csY10" fmla="*/ 18692 h 34013"/>
                  <a:gd name="csX11" fmla="*/ 32362 w 48396"/>
                  <a:gd name="csY11" fmla="*/ 32353 h 34013"/>
                  <a:gd name="csX12" fmla="*/ 24344 w 48396"/>
                  <a:gd name="csY12" fmla="*/ 32353 h 34013"/>
                  <a:gd name="csX13" fmla="*/ 24344 w 48396"/>
                  <a:gd name="csY13" fmla="*/ 24335 h 34013"/>
                  <a:gd name="csX14" fmla="*/ 44383 w 48396"/>
                  <a:gd name="csY14" fmla="*/ 12314 h 34013"/>
                  <a:gd name="csX15" fmla="*/ 32362 w 48396"/>
                  <a:gd name="csY15" fmla="*/ 32353 h 340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48396" h="34013">
                    <a:moveTo>
                      <a:pt x="5493" y="18692"/>
                    </a:moveTo>
                    <a:cubicBezTo>
                      <a:pt x="6742" y="15742"/>
                      <a:pt x="8531" y="13085"/>
                      <a:pt x="10808" y="10808"/>
                    </a:cubicBezTo>
                    <a:cubicBezTo>
                      <a:pt x="13085" y="8531"/>
                      <a:pt x="15742" y="6742"/>
                      <a:pt x="18692" y="5493"/>
                    </a:cubicBezTo>
                    <a:cubicBezTo>
                      <a:pt x="21749" y="4199"/>
                      <a:pt x="25000" y="3544"/>
                      <a:pt x="28348" y="3544"/>
                    </a:cubicBezTo>
                    <a:cubicBezTo>
                      <a:pt x="31697" y="3544"/>
                      <a:pt x="34948" y="4199"/>
                      <a:pt x="38005" y="5493"/>
                    </a:cubicBezTo>
                    <a:cubicBezTo>
                      <a:pt x="40955" y="6742"/>
                      <a:pt x="43612" y="8531"/>
                      <a:pt x="45889" y="10808"/>
                    </a:cubicBezTo>
                    <a:lnTo>
                      <a:pt x="48396" y="8301"/>
                    </a:lnTo>
                    <a:cubicBezTo>
                      <a:pt x="43267" y="3171"/>
                      <a:pt x="36180" y="0"/>
                      <a:pt x="28348" y="0"/>
                    </a:cubicBezTo>
                    <a:cubicBezTo>
                      <a:pt x="12695" y="0"/>
                      <a:pt x="0" y="12695"/>
                      <a:pt x="0" y="28348"/>
                    </a:cubicBezTo>
                    <a:lnTo>
                      <a:pt x="3544" y="28348"/>
                    </a:lnTo>
                    <a:cubicBezTo>
                      <a:pt x="3544" y="25000"/>
                      <a:pt x="4199" y="21749"/>
                      <a:pt x="5493" y="18692"/>
                    </a:cubicBezTo>
                    <a:close/>
                    <a:moveTo>
                      <a:pt x="32362" y="32353"/>
                    </a:moveTo>
                    <a:cubicBezTo>
                      <a:pt x="30147" y="34567"/>
                      <a:pt x="26559" y="34567"/>
                      <a:pt x="24344" y="32353"/>
                    </a:cubicBezTo>
                    <a:cubicBezTo>
                      <a:pt x="22129" y="30138"/>
                      <a:pt x="22129" y="26550"/>
                      <a:pt x="24344" y="24335"/>
                    </a:cubicBezTo>
                    <a:cubicBezTo>
                      <a:pt x="26559" y="22121"/>
                      <a:pt x="44383" y="12314"/>
                      <a:pt x="44383" y="12314"/>
                    </a:cubicBezTo>
                    <a:cubicBezTo>
                      <a:pt x="44383" y="12314"/>
                      <a:pt x="34576" y="30138"/>
                      <a:pt x="32362" y="32353"/>
                    </a:cubicBezTo>
                    <a:close/>
                  </a:path>
                </a:pathLst>
              </a:custGeom>
              <a:solidFill>
                <a:srgbClr val="48BE38"/>
              </a:solidFill>
              <a:ln w="84" cap="flat">
                <a:noFill/>
                <a:prstDash val="solid"/>
                <a:miter/>
              </a:ln>
            </p:spPr>
          </p:sp>
        </p:grpSp>
        <p:sp>
          <p:nvSpPr>
            <p:cNvPr id="105" name="文本框 104">
              <a:extLst>
                <a:ext uri="{FF2B5EF4-FFF2-40B4-BE49-F238E27FC236}">
                  <a16:creationId xmlns:a16="http://schemas.microsoft.com/office/drawing/2014/main" id="{19F630C5-C280-2C87-060F-DEF7B08C4CC4}"/>
                </a:ext>
              </a:extLst>
            </p:cNvPr>
            <p:cNvSpPr txBox="1"/>
            <p:nvPr/>
          </p:nvSpPr>
          <p:spPr>
            <a:xfrm>
              <a:off x="3811002" y="520395"/>
              <a:ext cx="915635" cy="220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>
                <a:lnSpc>
                  <a:spcPts val="1000"/>
                </a:lnSpc>
              </a:pPr>
              <a:r>
                <a:rPr lang="en-US" altLang="zh-CN" sz="900" dirty="0">
                  <a:solidFill>
                    <a:prstClr val="white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85 FP16 TFLOPS</a:t>
              </a:r>
              <a:endParaRPr lang="zh-CN" altLang="en-US" sz="900" dirty="0">
                <a:solidFill>
                  <a:prstClr val="white"/>
                </a:solidFill>
                <a:latin typeface="Calibri Light" panose="020F0302020204030204" pitchFamily="34" charset="0"/>
                <a:ea typeface="宋体"/>
                <a:cs typeface="Calibri Light" panose="020F0302020204030204" pitchFamily="34" charset="0"/>
              </a:endParaRPr>
            </a:p>
          </p:txBody>
        </p:sp>
        <p:cxnSp>
          <p:nvCxnSpPr>
            <p:cNvPr id="110" name="直接连接符 109">
              <a:extLst>
                <a:ext uri="{FF2B5EF4-FFF2-40B4-BE49-F238E27FC236}">
                  <a16:creationId xmlns:a16="http://schemas.microsoft.com/office/drawing/2014/main" id="{79600514-9FA7-758A-DDB4-98DA7461C92A}"/>
                </a:ext>
              </a:extLst>
            </p:cNvPr>
            <p:cNvCxnSpPr>
              <a:cxnSpLocks/>
            </p:cNvCxnSpPr>
            <p:nvPr/>
          </p:nvCxnSpPr>
          <p:spPr>
            <a:xfrm>
              <a:off x="3769995" y="415898"/>
              <a:ext cx="863461" cy="0"/>
            </a:xfrm>
            <a:prstGeom prst="line">
              <a:avLst/>
            </a:prstGeom>
            <a:noFill/>
            <a:ln w="6350" cap="flat" cmpd="sng" algn="ctr">
              <a:solidFill>
                <a:srgbClr val="48BE38"/>
              </a:solidFill>
              <a:prstDash val="solid"/>
              <a:miter lim="800000"/>
            </a:ln>
            <a:effectLst/>
          </p:spPr>
        </p:cxnSp>
      </p:grpSp>
      <p:grpSp>
        <p:nvGrpSpPr>
          <p:cNvPr id="122" name="组合 121">
            <a:extLst>
              <a:ext uri="{FF2B5EF4-FFF2-40B4-BE49-F238E27FC236}">
                <a16:creationId xmlns:a16="http://schemas.microsoft.com/office/drawing/2014/main" id="{01E6EFFC-66D6-126A-88FF-01DBD87DE046}"/>
              </a:ext>
            </a:extLst>
          </p:cNvPr>
          <p:cNvGrpSpPr/>
          <p:nvPr/>
        </p:nvGrpSpPr>
        <p:grpSpPr>
          <a:xfrm>
            <a:off x="3703136" y="2310951"/>
            <a:ext cx="1342156" cy="759274"/>
            <a:chOff x="3323717" y="2310951"/>
            <a:chExt cx="1342156" cy="759274"/>
          </a:xfrm>
        </p:grpSpPr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3B555BC4-80AB-F128-271C-DBB286A11FA2}"/>
                </a:ext>
              </a:extLst>
            </p:cNvPr>
            <p:cNvSpPr txBox="1"/>
            <p:nvPr/>
          </p:nvSpPr>
          <p:spPr>
            <a:xfrm>
              <a:off x="3323717" y="2310951"/>
              <a:ext cx="1314582" cy="277200"/>
            </a:xfrm>
            <a:prstGeom prst="rect">
              <a:avLst/>
            </a:prstGeom>
            <a:noFill/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>
              <a:defPPr>
                <a:defRPr lang="zh-CN"/>
              </a:defPPr>
              <a:lvl1pPr algn="ctr">
                <a:defRPr sz="1200" b="1">
                  <a:solidFill>
                    <a:sysClr val="windowText" lastClr="000000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pPr marL="0" marR="0" lvl="0" indent="0" algn="l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254000">
                      <a:prstClr val="white">
                        <a:alpha val="56000"/>
                      </a:prstClr>
                    </a:glow>
                  </a:effectLst>
                  <a:uLnTx/>
                  <a:uFillTx/>
                  <a:latin typeface="Times New Roman"/>
                  <a:ea typeface="宋体"/>
                  <a:cs typeface="+mn-cs"/>
                </a:rPr>
                <a:t>Ground Station</a:t>
              </a:r>
            </a:p>
          </p:txBody>
        </p:sp>
        <p:grpSp>
          <p:nvGrpSpPr>
            <p:cNvPr id="94" name="组合 93">
              <a:extLst>
                <a:ext uri="{FF2B5EF4-FFF2-40B4-BE49-F238E27FC236}">
                  <a16:creationId xmlns:a16="http://schemas.microsoft.com/office/drawing/2014/main" id="{607BC758-ACEC-3994-72D6-4490152DFC40}"/>
                </a:ext>
              </a:extLst>
            </p:cNvPr>
            <p:cNvGrpSpPr/>
            <p:nvPr/>
          </p:nvGrpSpPr>
          <p:grpSpPr>
            <a:xfrm>
              <a:off x="3323717" y="2658498"/>
              <a:ext cx="95673" cy="93912"/>
              <a:chOff x="7251417" y="3646687"/>
              <a:chExt cx="235291" cy="230961"/>
            </a:xfrm>
            <a:solidFill>
              <a:srgbClr val="F56E0A"/>
            </a:solidFill>
          </p:grpSpPr>
          <p:sp>
            <p:nvSpPr>
              <p:cNvPr id="95" name="任意多边形: 形状 94">
                <a:extLst>
                  <a:ext uri="{FF2B5EF4-FFF2-40B4-BE49-F238E27FC236}">
                    <a16:creationId xmlns:a16="http://schemas.microsoft.com/office/drawing/2014/main" id="{D28DD7DA-3E05-00E6-C748-A635444D2A8C}"/>
                  </a:ext>
                </a:extLst>
              </p:cNvPr>
              <p:cNvSpPr/>
              <p:nvPr/>
            </p:nvSpPr>
            <p:spPr>
              <a:xfrm>
                <a:off x="7337998" y="3731246"/>
                <a:ext cx="61842" cy="61842"/>
              </a:xfrm>
              <a:custGeom>
                <a:avLst/>
                <a:gdLst>
                  <a:gd name="csX0" fmla="*/ 0 w 94982"/>
                  <a:gd name="csY0" fmla="*/ 0 h 94982"/>
                  <a:gd name="csX1" fmla="*/ 94983 w 94982"/>
                  <a:gd name="csY1" fmla="*/ 0 h 94982"/>
                  <a:gd name="csX2" fmla="*/ 94983 w 94982"/>
                  <a:gd name="csY2" fmla="*/ 94983 h 94982"/>
                  <a:gd name="csX3" fmla="*/ 0 w 94982"/>
                  <a:gd name="csY3" fmla="*/ 94983 h 949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4982" h="94982">
                    <a:moveTo>
                      <a:pt x="0" y="0"/>
                    </a:moveTo>
                    <a:lnTo>
                      <a:pt x="94983" y="0"/>
                    </a:lnTo>
                    <a:lnTo>
                      <a:pt x="94983" y="94983"/>
                    </a:lnTo>
                    <a:lnTo>
                      <a:pt x="0" y="94983"/>
                    </a:lnTo>
                    <a:close/>
                  </a:path>
                </a:pathLst>
              </a:custGeom>
              <a:grpFill/>
              <a:ln w="12700" cap="flat">
                <a:noFill/>
                <a:prstDash val="solid"/>
                <a:miter/>
              </a:ln>
            </p:spPr>
          </p:sp>
          <p:sp>
            <p:nvSpPr>
              <p:cNvPr id="96" name="任意多边形: 形状 95">
                <a:extLst>
                  <a:ext uri="{FF2B5EF4-FFF2-40B4-BE49-F238E27FC236}">
                    <a16:creationId xmlns:a16="http://schemas.microsoft.com/office/drawing/2014/main" id="{65D6890D-F43F-766B-4FB6-3307E6473521}"/>
                  </a:ext>
                </a:extLst>
              </p:cNvPr>
              <p:cNvSpPr/>
              <p:nvPr/>
            </p:nvSpPr>
            <p:spPr>
              <a:xfrm>
                <a:off x="7251417" y="3646687"/>
                <a:ext cx="235291" cy="230961"/>
              </a:xfrm>
              <a:custGeom>
                <a:avLst/>
                <a:gdLst>
                  <a:gd name="csX0" fmla="*/ 235292 w 235291"/>
                  <a:gd name="csY0" fmla="*/ 73908 h 230961"/>
                  <a:gd name="csX1" fmla="*/ 235292 w 235291"/>
                  <a:gd name="csY1" fmla="*/ 60050 h 230961"/>
                  <a:gd name="csX2" fmla="*/ 203823 w 235291"/>
                  <a:gd name="csY2" fmla="*/ 60050 h 230961"/>
                  <a:gd name="csX3" fmla="*/ 203823 w 235291"/>
                  <a:gd name="csY3" fmla="*/ 60045 h 230961"/>
                  <a:gd name="csX4" fmla="*/ 175247 w 235291"/>
                  <a:gd name="csY4" fmla="*/ 31468 h 230961"/>
                  <a:gd name="csX5" fmla="*/ 172932 w 235291"/>
                  <a:gd name="csY5" fmla="*/ 31468 h 230961"/>
                  <a:gd name="csX6" fmla="*/ 172932 w 235291"/>
                  <a:gd name="csY6" fmla="*/ 0 h 230961"/>
                  <a:gd name="csX7" fmla="*/ 159075 w 235291"/>
                  <a:gd name="csY7" fmla="*/ 0 h 230961"/>
                  <a:gd name="csX8" fmla="*/ 159075 w 235291"/>
                  <a:gd name="csY8" fmla="*/ 31468 h 230961"/>
                  <a:gd name="csX9" fmla="*/ 140598 w 235291"/>
                  <a:gd name="csY9" fmla="*/ 31468 h 230961"/>
                  <a:gd name="csX10" fmla="*/ 140598 w 235291"/>
                  <a:gd name="csY10" fmla="*/ 0 h 230961"/>
                  <a:gd name="csX11" fmla="*/ 126740 w 235291"/>
                  <a:gd name="csY11" fmla="*/ 0 h 230961"/>
                  <a:gd name="csX12" fmla="*/ 126740 w 235291"/>
                  <a:gd name="csY12" fmla="*/ 31468 h 230961"/>
                  <a:gd name="csX13" fmla="*/ 108263 w 235291"/>
                  <a:gd name="csY13" fmla="*/ 31468 h 230961"/>
                  <a:gd name="csX14" fmla="*/ 108263 w 235291"/>
                  <a:gd name="csY14" fmla="*/ 0 h 230961"/>
                  <a:gd name="csX15" fmla="*/ 94405 w 235291"/>
                  <a:gd name="csY15" fmla="*/ 0 h 230961"/>
                  <a:gd name="csX16" fmla="*/ 94405 w 235291"/>
                  <a:gd name="csY16" fmla="*/ 31468 h 230961"/>
                  <a:gd name="csX17" fmla="*/ 75929 w 235291"/>
                  <a:gd name="csY17" fmla="*/ 31468 h 230961"/>
                  <a:gd name="csX18" fmla="*/ 75929 w 235291"/>
                  <a:gd name="csY18" fmla="*/ 0 h 230961"/>
                  <a:gd name="csX19" fmla="*/ 62071 w 235291"/>
                  <a:gd name="csY19" fmla="*/ 0 h 230961"/>
                  <a:gd name="csX20" fmla="*/ 62071 w 235291"/>
                  <a:gd name="csY20" fmla="*/ 31468 h 230961"/>
                  <a:gd name="csX21" fmla="*/ 60045 w 235291"/>
                  <a:gd name="csY21" fmla="*/ 31468 h 230961"/>
                  <a:gd name="csX22" fmla="*/ 31468 w 235291"/>
                  <a:gd name="csY22" fmla="*/ 60045 h 230961"/>
                  <a:gd name="csX23" fmla="*/ 31468 w 235291"/>
                  <a:gd name="csY23" fmla="*/ 60050 h 230961"/>
                  <a:gd name="csX24" fmla="*/ 0 w 235291"/>
                  <a:gd name="csY24" fmla="*/ 60050 h 230961"/>
                  <a:gd name="csX25" fmla="*/ 0 w 235291"/>
                  <a:gd name="csY25" fmla="*/ 73908 h 230961"/>
                  <a:gd name="csX26" fmla="*/ 31468 w 235291"/>
                  <a:gd name="csY26" fmla="*/ 73908 h 230961"/>
                  <a:gd name="csX27" fmla="*/ 31468 w 235291"/>
                  <a:gd name="csY27" fmla="*/ 92385 h 230961"/>
                  <a:gd name="csX28" fmla="*/ 0 w 235291"/>
                  <a:gd name="csY28" fmla="*/ 92385 h 230961"/>
                  <a:gd name="csX29" fmla="*/ 0 w 235291"/>
                  <a:gd name="csY29" fmla="*/ 106242 h 230961"/>
                  <a:gd name="csX30" fmla="*/ 31468 w 235291"/>
                  <a:gd name="csY30" fmla="*/ 106242 h 230961"/>
                  <a:gd name="csX31" fmla="*/ 31468 w 235291"/>
                  <a:gd name="csY31" fmla="*/ 124719 h 230961"/>
                  <a:gd name="csX32" fmla="*/ 0 w 235291"/>
                  <a:gd name="csY32" fmla="*/ 124719 h 230961"/>
                  <a:gd name="csX33" fmla="*/ 0 w 235291"/>
                  <a:gd name="csY33" fmla="*/ 138577 h 230961"/>
                  <a:gd name="csX34" fmla="*/ 31468 w 235291"/>
                  <a:gd name="csY34" fmla="*/ 138577 h 230961"/>
                  <a:gd name="csX35" fmla="*/ 31468 w 235291"/>
                  <a:gd name="csY35" fmla="*/ 157054 h 230961"/>
                  <a:gd name="csX36" fmla="*/ 0 w 235291"/>
                  <a:gd name="csY36" fmla="*/ 157054 h 230961"/>
                  <a:gd name="csX37" fmla="*/ 0 w 235291"/>
                  <a:gd name="csY37" fmla="*/ 170911 h 230961"/>
                  <a:gd name="csX38" fmla="*/ 31468 w 235291"/>
                  <a:gd name="csY38" fmla="*/ 170911 h 230961"/>
                  <a:gd name="csX39" fmla="*/ 31468 w 235291"/>
                  <a:gd name="csY39" fmla="*/ 170917 h 230961"/>
                  <a:gd name="csX40" fmla="*/ 60045 w 235291"/>
                  <a:gd name="csY40" fmla="*/ 199493 h 230961"/>
                  <a:gd name="csX41" fmla="*/ 62071 w 235291"/>
                  <a:gd name="csY41" fmla="*/ 199493 h 230961"/>
                  <a:gd name="csX42" fmla="*/ 62071 w 235291"/>
                  <a:gd name="csY42" fmla="*/ 230961 h 230961"/>
                  <a:gd name="csX43" fmla="*/ 75929 w 235291"/>
                  <a:gd name="csY43" fmla="*/ 230961 h 230961"/>
                  <a:gd name="csX44" fmla="*/ 75929 w 235291"/>
                  <a:gd name="csY44" fmla="*/ 199493 h 230961"/>
                  <a:gd name="csX45" fmla="*/ 94405 w 235291"/>
                  <a:gd name="csY45" fmla="*/ 199493 h 230961"/>
                  <a:gd name="csX46" fmla="*/ 94405 w 235291"/>
                  <a:gd name="csY46" fmla="*/ 230961 h 230961"/>
                  <a:gd name="csX47" fmla="*/ 108263 w 235291"/>
                  <a:gd name="csY47" fmla="*/ 230961 h 230961"/>
                  <a:gd name="csX48" fmla="*/ 108263 w 235291"/>
                  <a:gd name="csY48" fmla="*/ 199493 h 230961"/>
                  <a:gd name="csX49" fmla="*/ 126740 w 235291"/>
                  <a:gd name="csY49" fmla="*/ 199493 h 230961"/>
                  <a:gd name="csX50" fmla="*/ 126740 w 235291"/>
                  <a:gd name="csY50" fmla="*/ 230961 h 230961"/>
                  <a:gd name="csX51" fmla="*/ 140598 w 235291"/>
                  <a:gd name="csY51" fmla="*/ 230961 h 230961"/>
                  <a:gd name="csX52" fmla="*/ 140598 w 235291"/>
                  <a:gd name="csY52" fmla="*/ 199493 h 230961"/>
                  <a:gd name="csX53" fmla="*/ 159075 w 235291"/>
                  <a:gd name="csY53" fmla="*/ 199493 h 230961"/>
                  <a:gd name="csX54" fmla="*/ 159075 w 235291"/>
                  <a:gd name="csY54" fmla="*/ 230961 h 230961"/>
                  <a:gd name="csX55" fmla="*/ 172932 w 235291"/>
                  <a:gd name="csY55" fmla="*/ 230961 h 230961"/>
                  <a:gd name="csX56" fmla="*/ 172932 w 235291"/>
                  <a:gd name="csY56" fmla="*/ 199493 h 230961"/>
                  <a:gd name="csX57" fmla="*/ 175247 w 235291"/>
                  <a:gd name="csY57" fmla="*/ 199493 h 230961"/>
                  <a:gd name="csX58" fmla="*/ 203823 w 235291"/>
                  <a:gd name="csY58" fmla="*/ 170917 h 230961"/>
                  <a:gd name="csX59" fmla="*/ 203823 w 235291"/>
                  <a:gd name="csY59" fmla="*/ 170911 h 230961"/>
                  <a:gd name="csX60" fmla="*/ 235292 w 235291"/>
                  <a:gd name="csY60" fmla="*/ 170911 h 230961"/>
                  <a:gd name="csX61" fmla="*/ 235292 w 235291"/>
                  <a:gd name="csY61" fmla="*/ 157054 h 230961"/>
                  <a:gd name="csX62" fmla="*/ 203823 w 235291"/>
                  <a:gd name="csY62" fmla="*/ 157054 h 230961"/>
                  <a:gd name="csX63" fmla="*/ 203823 w 235291"/>
                  <a:gd name="csY63" fmla="*/ 138577 h 230961"/>
                  <a:gd name="csX64" fmla="*/ 235292 w 235291"/>
                  <a:gd name="csY64" fmla="*/ 138577 h 230961"/>
                  <a:gd name="csX65" fmla="*/ 235292 w 235291"/>
                  <a:gd name="csY65" fmla="*/ 124719 h 230961"/>
                  <a:gd name="csX66" fmla="*/ 203823 w 235291"/>
                  <a:gd name="csY66" fmla="*/ 124719 h 230961"/>
                  <a:gd name="csX67" fmla="*/ 203823 w 235291"/>
                  <a:gd name="csY67" fmla="*/ 106242 h 230961"/>
                  <a:gd name="csX68" fmla="*/ 235292 w 235291"/>
                  <a:gd name="csY68" fmla="*/ 106242 h 230961"/>
                  <a:gd name="csX69" fmla="*/ 235292 w 235291"/>
                  <a:gd name="csY69" fmla="*/ 92385 h 230961"/>
                  <a:gd name="csX70" fmla="*/ 203823 w 235291"/>
                  <a:gd name="csY70" fmla="*/ 92385 h 230961"/>
                  <a:gd name="csX71" fmla="*/ 203823 w 235291"/>
                  <a:gd name="csY71" fmla="*/ 73908 h 230961"/>
                  <a:gd name="csX72" fmla="*/ 235292 w 235291"/>
                  <a:gd name="csY72" fmla="*/ 73908 h 230961"/>
                  <a:gd name="csX73" fmla="*/ 186501 w 235291"/>
                  <a:gd name="csY73" fmla="*/ 170917 h 230961"/>
                  <a:gd name="csX74" fmla="*/ 175247 w 235291"/>
                  <a:gd name="csY74" fmla="*/ 182171 h 230961"/>
                  <a:gd name="csX75" fmla="*/ 60045 w 235291"/>
                  <a:gd name="csY75" fmla="*/ 182171 h 230961"/>
                  <a:gd name="csX76" fmla="*/ 48791 w 235291"/>
                  <a:gd name="csY76" fmla="*/ 170917 h 230961"/>
                  <a:gd name="csX77" fmla="*/ 48791 w 235291"/>
                  <a:gd name="csY77" fmla="*/ 60045 h 230961"/>
                  <a:gd name="csX78" fmla="*/ 60045 w 235291"/>
                  <a:gd name="csY78" fmla="*/ 48791 h 230961"/>
                  <a:gd name="csX79" fmla="*/ 175247 w 235291"/>
                  <a:gd name="csY79" fmla="*/ 48791 h 230961"/>
                  <a:gd name="csX80" fmla="*/ 186501 w 235291"/>
                  <a:gd name="csY80" fmla="*/ 60045 h 230961"/>
                  <a:gd name="csX81" fmla="*/ 186501 w 235291"/>
                  <a:gd name="csY81" fmla="*/ 170917 h 2309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</a:cxnLst>
                <a:rect l="l" t="t" r="r" b="b"/>
                <a:pathLst>
                  <a:path w="235291" h="230961">
                    <a:moveTo>
                      <a:pt x="235292" y="73908"/>
                    </a:moveTo>
                    <a:lnTo>
                      <a:pt x="235292" y="60050"/>
                    </a:lnTo>
                    <a:lnTo>
                      <a:pt x="203823" y="60050"/>
                    </a:lnTo>
                    <a:lnTo>
                      <a:pt x="203823" y="60045"/>
                    </a:lnTo>
                    <a:cubicBezTo>
                      <a:pt x="203823" y="44288"/>
                      <a:pt x="191004" y="31468"/>
                      <a:pt x="175247" y="31468"/>
                    </a:cubicBezTo>
                    <a:lnTo>
                      <a:pt x="172932" y="31468"/>
                    </a:lnTo>
                    <a:lnTo>
                      <a:pt x="172932" y="0"/>
                    </a:lnTo>
                    <a:lnTo>
                      <a:pt x="159075" y="0"/>
                    </a:lnTo>
                    <a:lnTo>
                      <a:pt x="159075" y="31468"/>
                    </a:lnTo>
                    <a:lnTo>
                      <a:pt x="140598" y="31468"/>
                    </a:lnTo>
                    <a:lnTo>
                      <a:pt x="140598" y="0"/>
                    </a:lnTo>
                    <a:lnTo>
                      <a:pt x="126740" y="0"/>
                    </a:lnTo>
                    <a:lnTo>
                      <a:pt x="126740" y="31468"/>
                    </a:lnTo>
                    <a:lnTo>
                      <a:pt x="108263" y="31468"/>
                    </a:lnTo>
                    <a:lnTo>
                      <a:pt x="108263" y="0"/>
                    </a:lnTo>
                    <a:lnTo>
                      <a:pt x="94405" y="0"/>
                    </a:lnTo>
                    <a:lnTo>
                      <a:pt x="94405" y="31468"/>
                    </a:lnTo>
                    <a:lnTo>
                      <a:pt x="75929" y="31468"/>
                    </a:lnTo>
                    <a:lnTo>
                      <a:pt x="75929" y="0"/>
                    </a:lnTo>
                    <a:lnTo>
                      <a:pt x="62071" y="0"/>
                    </a:lnTo>
                    <a:lnTo>
                      <a:pt x="62071" y="31468"/>
                    </a:lnTo>
                    <a:lnTo>
                      <a:pt x="60045" y="31468"/>
                    </a:lnTo>
                    <a:cubicBezTo>
                      <a:pt x="44288" y="31468"/>
                      <a:pt x="31468" y="44288"/>
                      <a:pt x="31468" y="60045"/>
                    </a:cubicBezTo>
                    <a:lnTo>
                      <a:pt x="31468" y="60050"/>
                    </a:lnTo>
                    <a:lnTo>
                      <a:pt x="0" y="60050"/>
                    </a:lnTo>
                    <a:lnTo>
                      <a:pt x="0" y="73908"/>
                    </a:lnTo>
                    <a:lnTo>
                      <a:pt x="31468" y="73908"/>
                    </a:lnTo>
                    <a:lnTo>
                      <a:pt x="31468" y="92385"/>
                    </a:lnTo>
                    <a:lnTo>
                      <a:pt x="0" y="92385"/>
                    </a:lnTo>
                    <a:lnTo>
                      <a:pt x="0" y="106242"/>
                    </a:lnTo>
                    <a:lnTo>
                      <a:pt x="31468" y="106242"/>
                    </a:lnTo>
                    <a:lnTo>
                      <a:pt x="31468" y="124719"/>
                    </a:lnTo>
                    <a:lnTo>
                      <a:pt x="0" y="124719"/>
                    </a:lnTo>
                    <a:lnTo>
                      <a:pt x="0" y="138577"/>
                    </a:lnTo>
                    <a:lnTo>
                      <a:pt x="31468" y="138577"/>
                    </a:lnTo>
                    <a:lnTo>
                      <a:pt x="31468" y="157054"/>
                    </a:lnTo>
                    <a:lnTo>
                      <a:pt x="0" y="157054"/>
                    </a:lnTo>
                    <a:lnTo>
                      <a:pt x="0" y="170911"/>
                    </a:lnTo>
                    <a:lnTo>
                      <a:pt x="31468" y="170911"/>
                    </a:lnTo>
                    <a:lnTo>
                      <a:pt x="31468" y="170917"/>
                    </a:lnTo>
                    <a:cubicBezTo>
                      <a:pt x="31468" y="186674"/>
                      <a:pt x="44288" y="199493"/>
                      <a:pt x="60045" y="199493"/>
                    </a:cubicBezTo>
                    <a:lnTo>
                      <a:pt x="62071" y="199493"/>
                    </a:lnTo>
                    <a:lnTo>
                      <a:pt x="62071" y="230961"/>
                    </a:lnTo>
                    <a:lnTo>
                      <a:pt x="75929" y="230961"/>
                    </a:lnTo>
                    <a:lnTo>
                      <a:pt x="75929" y="199493"/>
                    </a:lnTo>
                    <a:lnTo>
                      <a:pt x="94405" y="199493"/>
                    </a:lnTo>
                    <a:lnTo>
                      <a:pt x="94405" y="230961"/>
                    </a:lnTo>
                    <a:lnTo>
                      <a:pt x="108263" y="230961"/>
                    </a:lnTo>
                    <a:lnTo>
                      <a:pt x="108263" y="199493"/>
                    </a:lnTo>
                    <a:lnTo>
                      <a:pt x="126740" y="199493"/>
                    </a:lnTo>
                    <a:lnTo>
                      <a:pt x="126740" y="230961"/>
                    </a:lnTo>
                    <a:lnTo>
                      <a:pt x="140598" y="230961"/>
                    </a:lnTo>
                    <a:lnTo>
                      <a:pt x="140598" y="199493"/>
                    </a:lnTo>
                    <a:lnTo>
                      <a:pt x="159075" y="199493"/>
                    </a:lnTo>
                    <a:lnTo>
                      <a:pt x="159075" y="230961"/>
                    </a:lnTo>
                    <a:lnTo>
                      <a:pt x="172932" y="230961"/>
                    </a:lnTo>
                    <a:lnTo>
                      <a:pt x="172932" y="199493"/>
                    </a:lnTo>
                    <a:lnTo>
                      <a:pt x="175247" y="199493"/>
                    </a:lnTo>
                    <a:cubicBezTo>
                      <a:pt x="191004" y="199493"/>
                      <a:pt x="203823" y="186674"/>
                      <a:pt x="203823" y="170917"/>
                    </a:cubicBezTo>
                    <a:lnTo>
                      <a:pt x="203823" y="170911"/>
                    </a:lnTo>
                    <a:lnTo>
                      <a:pt x="235292" y="170911"/>
                    </a:lnTo>
                    <a:lnTo>
                      <a:pt x="235292" y="157054"/>
                    </a:lnTo>
                    <a:lnTo>
                      <a:pt x="203823" y="157054"/>
                    </a:lnTo>
                    <a:lnTo>
                      <a:pt x="203823" y="138577"/>
                    </a:lnTo>
                    <a:lnTo>
                      <a:pt x="235292" y="138577"/>
                    </a:lnTo>
                    <a:lnTo>
                      <a:pt x="235292" y="124719"/>
                    </a:lnTo>
                    <a:lnTo>
                      <a:pt x="203823" y="124719"/>
                    </a:lnTo>
                    <a:lnTo>
                      <a:pt x="203823" y="106242"/>
                    </a:lnTo>
                    <a:lnTo>
                      <a:pt x="235292" y="106242"/>
                    </a:lnTo>
                    <a:lnTo>
                      <a:pt x="235292" y="92385"/>
                    </a:lnTo>
                    <a:lnTo>
                      <a:pt x="203823" y="92385"/>
                    </a:lnTo>
                    <a:lnTo>
                      <a:pt x="203823" y="73908"/>
                    </a:lnTo>
                    <a:lnTo>
                      <a:pt x="235292" y="73908"/>
                    </a:lnTo>
                    <a:close/>
                    <a:moveTo>
                      <a:pt x="186501" y="170917"/>
                    </a:moveTo>
                    <a:cubicBezTo>
                      <a:pt x="186501" y="177122"/>
                      <a:pt x="181453" y="182171"/>
                      <a:pt x="175247" y="182171"/>
                    </a:cubicBezTo>
                    <a:lnTo>
                      <a:pt x="60045" y="182171"/>
                    </a:lnTo>
                    <a:cubicBezTo>
                      <a:pt x="53839" y="182171"/>
                      <a:pt x="48791" y="177122"/>
                      <a:pt x="48791" y="170917"/>
                    </a:cubicBezTo>
                    <a:lnTo>
                      <a:pt x="48791" y="60045"/>
                    </a:lnTo>
                    <a:cubicBezTo>
                      <a:pt x="48791" y="53839"/>
                      <a:pt x="53839" y="48791"/>
                      <a:pt x="60045" y="48791"/>
                    </a:cubicBezTo>
                    <a:lnTo>
                      <a:pt x="175247" y="48791"/>
                    </a:lnTo>
                    <a:cubicBezTo>
                      <a:pt x="181453" y="48791"/>
                      <a:pt x="186501" y="53839"/>
                      <a:pt x="186501" y="60045"/>
                    </a:cubicBezTo>
                    <a:lnTo>
                      <a:pt x="186501" y="170917"/>
                    </a:lnTo>
                    <a:close/>
                  </a:path>
                </a:pathLst>
              </a:custGeom>
              <a:grpFill/>
              <a:ln w="251" cap="flat">
                <a:noFill/>
                <a:prstDash val="solid"/>
                <a:miter/>
              </a:ln>
            </p:spPr>
          </p:sp>
        </p:grpSp>
        <p:sp>
          <p:nvSpPr>
            <p:cNvPr id="97" name="文本框 96">
              <a:extLst>
                <a:ext uri="{FF2B5EF4-FFF2-40B4-BE49-F238E27FC236}">
                  <a16:creationId xmlns:a16="http://schemas.microsoft.com/office/drawing/2014/main" id="{9C8F6C99-00CE-ADBD-BC38-DEF62B233810}"/>
                </a:ext>
              </a:extLst>
            </p:cNvPr>
            <p:cNvSpPr txBox="1"/>
            <p:nvPr/>
          </p:nvSpPr>
          <p:spPr>
            <a:xfrm>
              <a:off x="3351291" y="2600653"/>
              <a:ext cx="1141659" cy="220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>
                <a:lnSpc>
                  <a:spcPts val="1000"/>
                </a:lnSpc>
              </a:pPr>
              <a:r>
                <a:rPr lang="en-US" altLang="zh-CN" sz="900" dirty="0">
                  <a:solidFill>
                    <a:prstClr val="white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NVIDIA H100 Cluster</a:t>
              </a:r>
              <a:endParaRPr lang="zh-CN" altLang="en-US" sz="900" dirty="0">
                <a:solidFill>
                  <a:prstClr val="white"/>
                </a:solidFill>
                <a:latin typeface="Calibri Light" panose="020F0302020204030204" pitchFamily="34" charset="0"/>
                <a:ea typeface="宋体"/>
                <a:cs typeface="Calibri Light" panose="020F0302020204030204" pitchFamily="34" charset="0"/>
              </a:endParaRPr>
            </a:p>
          </p:txBody>
        </p:sp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B2373EA1-0894-92C1-30CF-5E46142B608E}"/>
                </a:ext>
              </a:extLst>
            </p:cNvPr>
            <p:cNvSpPr txBox="1"/>
            <p:nvPr/>
          </p:nvSpPr>
          <p:spPr>
            <a:xfrm>
              <a:off x="3351291" y="2849652"/>
              <a:ext cx="814647" cy="2205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>
                <a:lnSpc>
                  <a:spcPts val="1000"/>
                </a:lnSpc>
              </a:pPr>
              <a:r>
                <a:rPr lang="en-US" altLang="zh-CN" sz="900" dirty="0">
                  <a:solidFill>
                    <a:prstClr val="white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&gt; 700 W/GPU</a:t>
              </a:r>
              <a:endParaRPr lang="zh-CN" altLang="en-US" sz="900" dirty="0">
                <a:solidFill>
                  <a:prstClr val="white"/>
                </a:solidFill>
                <a:latin typeface="Calibri Light" panose="020F0302020204030204" pitchFamily="34" charset="0"/>
                <a:ea typeface="宋体"/>
                <a:cs typeface="Calibri Light" panose="020F0302020204030204" pitchFamily="34" charset="0"/>
              </a:endParaRPr>
            </a:p>
          </p:txBody>
        </p:sp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A9E45D12-FD44-7346-84C7-3E174A084C5F}"/>
                </a:ext>
              </a:extLst>
            </p:cNvPr>
            <p:cNvGrpSpPr/>
            <p:nvPr/>
          </p:nvGrpSpPr>
          <p:grpSpPr>
            <a:xfrm>
              <a:off x="3323717" y="2901242"/>
              <a:ext cx="93254" cy="93912"/>
              <a:chOff x="6781349" y="3312879"/>
              <a:chExt cx="1671292" cy="1672354"/>
            </a:xfrm>
            <a:noFill/>
          </p:grpSpPr>
          <p:sp>
            <p:nvSpPr>
              <p:cNvPr id="100" name="任意多边形: 形状 99">
                <a:extLst>
                  <a:ext uri="{FF2B5EF4-FFF2-40B4-BE49-F238E27FC236}">
                    <a16:creationId xmlns:a16="http://schemas.microsoft.com/office/drawing/2014/main" id="{BF71FABF-74D7-D382-567C-EB3EB1E052C9}"/>
                  </a:ext>
                </a:extLst>
              </p:cNvPr>
              <p:cNvSpPr/>
              <p:nvPr/>
            </p:nvSpPr>
            <p:spPr>
              <a:xfrm>
                <a:off x="6781349" y="3312879"/>
                <a:ext cx="1671292" cy="1672354"/>
              </a:xfrm>
              <a:custGeom>
                <a:avLst/>
                <a:gdLst>
                  <a:gd name="csX0" fmla="*/ 1671012 w 1671292"/>
                  <a:gd name="csY0" fmla="*/ 135843 h 1672354"/>
                  <a:gd name="csX1" fmla="*/ 1576832 w 1671292"/>
                  <a:gd name="csY1" fmla="*/ 582363 h 1672354"/>
                  <a:gd name="csX2" fmla="*/ 1274618 w 1671292"/>
                  <a:gd name="csY2" fmla="*/ 1030765 h 1672354"/>
                  <a:gd name="csX3" fmla="*/ 1261536 w 1671292"/>
                  <a:gd name="csY3" fmla="*/ 1066032 h 1672354"/>
                  <a:gd name="csX4" fmla="*/ 1274826 w 1671292"/>
                  <a:gd name="csY4" fmla="*/ 1204894 h 1672354"/>
                  <a:gd name="csX5" fmla="*/ 1160554 w 1671292"/>
                  <a:gd name="csY5" fmla="*/ 1463786 h 1672354"/>
                  <a:gd name="csX6" fmla="*/ 872259 w 1671292"/>
                  <a:gd name="csY6" fmla="*/ 1655914 h 1672354"/>
                  <a:gd name="csX7" fmla="*/ 729313 w 1671292"/>
                  <a:gd name="csY7" fmla="*/ 1587685 h 1672354"/>
                  <a:gd name="csX8" fmla="*/ 709640 w 1671292"/>
                  <a:gd name="csY8" fmla="*/ 1339362 h 1672354"/>
                  <a:gd name="csX9" fmla="*/ 667468 w 1671292"/>
                  <a:gd name="csY9" fmla="*/ 1292273 h 1672354"/>
                  <a:gd name="csX10" fmla="*/ 418832 w 1671292"/>
                  <a:gd name="csY10" fmla="*/ 1135828 h 1672354"/>
                  <a:gd name="csX11" fmla="*/ 369335 w 1671292"/>
                  <a:gd name="csY11" fmla="*/ 981479 h 1672354"/>
                  <a:gd name="csX12" fmla="*/ 345580 w 1671292"/>
                  <a:gd name="csY12" fmla="*/ 959921 h 1672354"/>
                  <a:gd name="csX13" fmla="*/ 85539 w 1671292"/>
                  <a:gd name="csY13" fmla="*/ 943596 h 1672354"/>
                  <a:gd name="csX14" fmla="*/ 15636 w 1671292"/>
                  <a:gd name="csY14" fmla="*/ 799605 h 1672354"/>
                  <a:gd name="csX15" fmla="*/ 99560 w 1671292"/>
                  <a:gd name="csY15" fmla="*/ 668382 h 1672354"/>
                  <a:gd name="csX16" fmla="*/ 189973 w 1671292"/>
                  <a:gd name="csY16" fmla="*/ 526902 h 1672354"/>
                  <a:gd name="csX17" fmla="*/ 427205 w 1671292"/>
                  <a:gd name="csY17" fmla="*/ 393373 h 1672354"/>
                  <a:gd name="csX18" fmla="*/ 602692 w 1671292"/>
                  <a:gd name="csY18" fmla="*/ 409489 h 1672354"/>
                  <a:gd name="csX19" fmla="*/ 629169 w 1671292"/>
                  <a:gd name="csY19" fmla="*/ 400595 h 1672354"/>
                  <a:gd name="csX20" fmla="*/ 1122882 w 1671292"/>
                  <a:gd name="csY20" fmla="*/ 80068 h 1672354"/>
                  <a:gd name="csX21" fmla="*/ 1454396 w 1671292"/>
                  <a:gd name="csY21" fmla="*/ 4723 h 1672354"/>
                  <a:gd name="csX22" fmla="*/ 1626328 w 1671292"/>
                  <a:gd name="csY22" fmla="*/ 7445 h 1672354"/>
                  <a:gd name="csX23" fmla="*/ 1663790 w 1671292"/>
                  <a:gd name="csY23" fmla="*/ 44593 h 1672354"/>
                  <a:gd name="csX24" fmla="*/ 1671012 w 1671292"/>
                  <a:gd name="csY24" fmla="*/ 135947 h 1672354"/>
                  <a:gd name="csX25" fmla="*/ 1343579 w 1671292"/>
                  <a:gd name="csY25" fmla="*/ 516331 h 1672354"/>
                  <a:gd name="csX26" fmla="*/ 1159404 w 1671292"/>
                  <a:gd name="csY26" fmla="*/ 325459 h 1672354"/>
                  <a:gd name="csX27" fmla="*/ 961625 w 1671292"/>
                  <a:gd name="csY27" fmla="*/ 517483 h 1672354"/>
                  <a:gd name="csX28" fmla="*/ 1149357 w 1671292"/>
                  <a:gd name="csY28" fmla="*/ 705843 h 1672354"/>
                  <a:gd name="csX29" fmla="*/ 1343572 w 1671292"/>
                  <a:gd name="csY29" fmla="*/ 516884 h 1672354"/>
                  <a:gd name="csX30" fmla="*/ 1343577 w 1671292"/>
                  <a:gd name="csY30" fmla="*/ 516435 h 1672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</a:cxnLst>
                <a:rect l="l" t="t" r="r" b="b"/>
                <a:pathLst>
                  <a:path w="1671292" h="1672354">
                    <a:moveTo>
                      <a:pt x="1671012" y="135843"/>
                    </a:moveTo>
                    <a:cubicBezTo>
                      <a:pt x="1666197" y="290194"/>
                      <a:pt x="1632711" y="438582"/>
                      <a:pt x="1576832" y="582363"/>
                    </a:cubicBezTo>
                    <a:cubicBezTo>
                      <a:pt x="1509859" y="754294"/>
                      <a:pt x="1411912" y="905716"/>
                      <a:pt x="1274618" y="1030765"/>
                    </a:cubicBezTo>
                    <a:cubicBezTo>
                      <a:pt x="1264369" y="1039410"/>
                      <a:pt x="1259404" y="1052795"/>
                      <a:pt x="1261536" y="1066032"/>
                    </a:cubicBezTo>
                    <a:cubicBezTo>
                      <a:pt x="1266246" y="1112284"/>
                      <a:pt x="1270117" y="1158640"/>
                      <a:pt x="1274826" y="1204894"/>
                    </a:cubicBezTo>
                    <a:cubicBezTo>
                      <a:pt x="1286023" y="1312783"/>
                      <a:pt x="1248037" y="1401103"/>
                      <a:pt x="1160554" y="1463786"/>
                    </a:cubicBezTo>
                    <a:cubicBezTo>
                      <a:pt x="1066688" y="1530967"/>
                      <a:pt x="969055" y="1593021"/>
                      <a:pt x="872259" y="1655914"/>
                    </a:cubicBezTo>
                    <a:cubicBezTo>
                      <a:pt x="811146" y="1695679"/>
                      <a:pt x="736221" y="1659575"/>
                      <a:pt x="729313" y="1587685"/>
                    </a:cubicBezTo>
                    <a:cubicBezTo>
                      <a:pt x="721747" y="1504994"/>
                      <a:pt x="715189" y="1422213"/>
                      <a:pt x="709640" y="1339362"/>
                    </a:cubicBezTo>
                    <a:cubicBezTo>
                      <a:pt x="706710" y="1297924"/>
                      <a:pt x="707862" y="1297504"/>
                      <a:pt x="667468" y="1292273"/>
                    </a:cubicBezTo>
                    <a:cubicBezTo>
                      <a:pt x="560311" y="1278251"/>
                      <a:pt x="476491" y="1227601"/>
                      <a:pt x="418832" y="1135828"/>
                    </a:cubicBezTo>
                    <a:cubicBezTo>
                      <a:pt x="389219" y="1088635"/>
                      <a:pt x="374568" y="1036417"/>
                      <a:pt x="369335" y="981479"/>
                    </a:cubicBezTo>
                    <a:cubicBezTo>
                      <a:pt x="367871" y="965048"/>
                      <a:pt x="361174" y="960862"/>
                      <a:pt x="345580" y="959921"/>
                    </a:cubicBezTo>
                    <a:cubicBezTo>
                      <a:pt x="258847" y="955350"/>
                      <a:pt x="172162" y="949908"/>
                      <a:pt x="85539" y="943596"/>
                    </a:cubicBezTo>
                    <a:cubicBezTo>
                      <a:pt x="13543" y="938155"/>
                      <a:pt x="-22978" y="862706"/>
                      <a:pt x="15636" y="799605"/>
                    </a:cubicBezTo>
                    <a:cubicBezTo>
                      <a:pt x="42739" y="755340"/>
                      <a:pt x="71621" y="712122"/>
                      <a:pt x="99560" y="668382"/>
                    </a:cubicBezTo>
                    <a:cubicBezTo>
                      <a:pt x="129698" y="621290"/>
                      <a:pt x="159731" y="573991"/>
                      <a:pt x="189973" y="526902"/>
                    </a:cubicBezTo>
                    <a:cubicBezTo>
                      <a:pt x="245332" y="440779"/>
                      <a:pt x="324966" y="394210"/>
                      <a:pt x="427205" y="393373"/>
                    </a:cubicBezTo>
                    <a:cubicBezTo>
                      <a:pt x="485596" y="392955"/>
                      <a:pt x="544197" y="403211"/>
                      <a:pt x="602692" y="409489"/>
                    </a:cubicBezTo>
                    <a:cubicBezTo>
                      <a:pt x="613785" y="410641"/>
                      <a:pt x="621530" y="409175"/>
                      <a:pt x="629169" y="400595"/>
                    </a:cubicBezTo>
                    <a:cubicBezTo>
                      <a:pt x="764892" y="249907"/>
                      <a:pt x="932951" y="148086"/>
                      <a:pt x="1122882" y="80068"/>
                    </a:cubicBezTo>
                    <a:cubicBezTo>
                      <a:pt x="1229930" y="41628"/>
                      <a:pt x="1341250" y="16328"/>
                      <a:pt x="1454396" y="4723"/>
                    </a:cubicBezTo>
                    <a:cubicBezTo>
                      <a:pt x="1511638" y="-926"/>
                      <a:pt x="1569193" y="-3125"/>
                      <a:pt x="1626328" y="7445"/>
                    </a:cubicBezTo>
                    <a:cubicBezTo>
                      <a:pt x="1657407" y="13095"/>
                      <a:pt x="1658977" y="14351"/>
                      <a:pt x="1663790" y="44593"/>
                    </a:cubicBezTo>
                    <a:cubicBezTo>
                      <a:pt x="1668605" y="74834"/>
                      <a:pt x="1672372" y="105287"/>
                      <a:pt x="1671012" y="135947"/>
                    </a:cubicBezTo>
                    <a:close/>
                    <a:moveTo>
                      <a:pt x="1343579" y="516331"/>
                    </a:moveTo>
                    <a:cubicBezTo>
                      <a:pt x="1344835" y="414617"/>
                      <a:pt x="1260072" y="327134"/>
                      <a:pt x="1159404" y="325459"/>
                    </a:cubicBezTo>
                    <a:cubicBezTo>
                      <a:pt x="1054759" y="323785"/>
                      <a:pt x="964030" y="399339"/>
                      <a:pt x="961625" y="517483"/>
                    </a:cubicBezTo>
                    <a:cubicBezTo>
                      <a:pt x="959532" y="615953"/>
                      <a:pt x="1049212" y="705215"/>
                      <a:pt x="1149357" y="705843"/>
                    </a:cubicBezTo>
                    <a:cubicBezTo>
                      <a:pt x="1255167" y="707295"/>
                      <a:pt x="1342120" y="622695"/>
                      <a:pt x="1343572" y="516884"/>
                    </a:cubicBezTo>
                    <a:cubicBezTo>
                      <a:pt x="1343574" y="516735"/>
                      <a:pt x="1343576" y="516585"/>
                      <a:pt x="1343577" y="516435"/>
                    </a:cubicBezTo>
                    <a:close/>
                  </a:path>
                </a:pathLst>
              </a:custGeom>
              <a:grpFill/>
              <a:ln w="6350" cap="flat">
                <a:solidFill>
                  <a:srgbClr val="F56E0A"/>
                </a:solidFill>
                <a:prstDash val="solid"/>
                <a:miter/>
              </a:ln>
            </p:spPr>
          </p:sp>
          <p:sp>
            <p:nvSpPr>
              <p:cNvPr id="101" name="任意多边形: 形状 100">
                <a:extLst>
                  <a:ext uri="{FF2B5EF4-FFF2-40B4-BE49-F238E27FC236}">
                    <a16:creationId xmlns:a16="http://schemas.microsoft.com/office/drawing/2014/main" id="{C1AE0A42-6770-AB06-CC5F-E27ECB14A987}"/>
                  </a:ext>
                </a:extLst>
              </p:cNvPr>
              <p:cNvSpPr/>
              <p:nvPr/>
            </p:nvSpPr>
            <p:spPr>
              <a:xfrm>
                <a:off x="6809792" y="4410019"/>
                <a:ext cx="539884" cy="536044"/>
              </a:xfrm>
              <a:custGeom>
                <a:avLst/>
                <a:gdLst>
                  <a:gd name="csX0" fmla="*/ 189995 w 539884"/>
                  <a:gd name="csY0" fmla="*/ 75 h 536044"/>
                  <a:gd name="csX1" fmla="*/ 239071 w 539884"/>
                  <a:gd name="csY1" fmla="*/ 37747 h 536044"/>
                  <a:gd name="csX2" fmla="*/ 435910 w 539884"/>
                  <a:gd name="csY2" fmla="*/ 269954 h 536044"/>
                  <a:gd name="csX3" fmla="*/ 501837 w 539884"/>
                  <a:gd name="csY3" fmla="*/ 298626 h 536044"/>
                  <a:gd name="csX4" fmla="*/ 521929 w 539884"/>
                  <a:gd name="csY4" fmla="*/ 383075 h 536044"/>
                  <a:gd name="csX5" fmla="*/ 385890 w 539884"/>
                  <a:gd name="csY5" fmla="*/ 518590 h 536044"/>
                  <a:gd name="csX6" fmla="*/ 333568 w 539884"/>
                  <a:gd name="csY6" fmla="*/ 532926 h 536044"/>
                  <a:gd name="csX7" fmla="*/ 300813 w 539884"/>
                  <a:gd name="csY7" fmla="*/ 487301 h 536044"/>
                  <a:gd name="csX8" fmla="*/ 300186 w 539884"/>
                  <a:gd name="csY8" fmla="*/ 445443 h 536044"/>
                  <a:gd name="csX9" fmla="*/ 275594 w 539884"/>
                  <a:gd name="csY9" fmla="*/ 427444 h 536044"/>
                  <a:gd name="csX10" fmla="*/ 123441 w 539884"/>
                  <a:gd name="csY10" fmla="*/ 477673 h 536044"/>
                  <a:gd name="csX11" fmla="*/ 78756 w 539884"/>
                  <a:gd name="csY11" fmla="*/ 476522 h 536044"/>
                  <a:gd name="csX12" fmla="*/ 57827 w 539884"/>
                  <a:gd name="csY12" fmla="*/ 416247 h 536044"/>
                  <a:gd name="csX13" fmla="*/ 109628 w 539884"/>
                  <a:gd name="csY13" fmla="*/ 261164 h 536044"/>
                  <a:gd name="csX14" fmla="*/ 92256 w 539884"/>
                  <a:gd name="csY14" fmla="*/ 237828 h 536044"/>
                  <a:gd name="csX15" fmla="*/ 48201 w 539884"/>
                  <a:gd name="csY15" fmla="*/ 237201 h 536044"/>
                  <a:gd name="csX16" fmla="*/ 3622 w 539884"/>
                  <a:gd name="csY16" fmla="*/ 205807 h 536044"/>
                  <a:gd name="csX17" fmla="*/ 15342 w 539884"/>
                  <a:gd name="csY17" fmla="*/ 154530 h 536044"/>
                  <a:gd name="csX18" fmla="*/ 157136 w 539884"/>
                  <a:gd name="csY18" fmla="*/ 13573 h 536044"/>
                  <a:gd name="csX19" fmla="*/ 189995 w 539884"/>
                  <a:gd name="csY19" fmla="*/ 75 h 5360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</a:cxnLst>
                <a:rect l="l" t="t" r="r" b="b"/>
                <a:pathLst>
                  <a:path w="539884" h="536044">
                    <a:moveTo>
                      <a:pt x="189995" y="75"/>
                    </a:moveTo>
                    <a:cubicBezTo>
                      <a:pt x="215631" y="389"/>
                      <a:pt x="229760" y="11691"/>
                      <a:pt x="239071" y="37747"/>
                    </a:cubicBezTo>
                    <a:cubicBezTo>
                      <a:pt x="272877" y="137302"/>
                      <a:pt x="343234" y="220302"/>
                      <a:pt x="435910" y="269954"/>
                    </a:cubicBezTo>
                    <a:cubicBezTo>
                      <a:pt x="456839" y="281464"/>
                      <a:pt x="479023" y="290883"/>
                      <a:pt x="501837" y="298626"/>
                    </a:cubicBezTo>
                    <a:cubicBezTo>
                      <a:pt x="543066" y="312649"/>
                      <a:pt x="552379" y="352414"/>
                      <a:pt x="521929" y="383075"/>
                    </a:cubicBezTo>
                    <a:cubicBezTo>
                      <a:pt x="476722" y="428385"/>
                      <a:pt x="431097" y="473277"/>
                      <a:pt x="385890" y="518590"/>
                    </a:cubicBezTo>
                    <a:cubicBezTo>
                      <a:pt x="371030" y="533555"/>
                      <a:pt x="354497" y="540564"/>
                      <a:pt x="333568" y="532926"/>
                    </a:cubicBezTo>
                    <a:cubicBezTo>
                      <a:pt x="312220" y="524973"/>
                      <a:pt x="301860" y="509275"/>
                      <a:pt x="300813" y="487301"/>
                    </a:cubicBezTo>
                    <a:cubicBezTo>
                      <a:pt x="300186" y="473383"/>
                      <a:pt x="300500" y="459464"/>
                      <a:pt x="300186" y="445443"/>
                    </a:cubicBezTo>
                    <a:cubicBezTo>
                      <a:pt x="299557" y="419805"/>
                      <a:pt x="299349" y="419595"/>
                      <a:pt x="275594" y="427444"/>
                    </a:cubicBezTo>
                    <a:lnTo>
                      <a:pt x="123441" y="477673"/>
                    </a:lnTo>
                    <a:cubicBezTo>
                      <a:pt x="108477" y="482696"/>
                      <a:pt x="93408" y="484789"/>
                      <a:pt x="78756" y="476522"/>
                    </a:cubicBezTo>
                    <a:cubicBezTo>
                      <a:pt x="57306" y="464383"/>
                      <a:pt x="49247" y="442827"/>
                      <a:pt x="57827" y="416247"/>
                    </a:cubicBezTo>
                    <a:cubicBezTo>
                      <a:pt x="74676" y="364449"/>
                      <a:pt x="92360" y="312858"/>
                      <a:pt x="109628" y="261164"/>
                    </a:cubicBezTo>
                    <a:cubicBezTo>
                      <a:pt x="117163" y="238665"/>
                      <a:pt x="116638" y="238142"/>
                      <a:pt x="92256" y="237828"/>
                    </a:cubicBezTo>
                    <a:cubicBezTo>
                      <a:pt x="77606" y="237619"/>
                      <a:pt x="62956" y="237828"/>
                      <a:pt x="48201" y="237201"/>
                    </a:cubicBezTo>
                    <a:cubicBezTo>
                      <a:pt x="28148" y="237374"/>
                      <a:pt x="10216" y="224746"/>
                      <a:pt x="3622" y="205807"/>
                    </a:cubicBezTo>
                    <a:cubicBezTo>
                      <a:pt x="-4121" y="186134"/>
                      <a:pt x="902" y="169076"/>
                      <a:pt x="15342" y="154530"/>
                    </a:cubicBezTo>
                    <a:cubicBezTo>
                      <a:pt x="62433" y="107441"/>
                      <a:pt x="109732" y="60560"/>
                      <a:pt x="157136" y="13573"/>
                    </a:cubicBezTo>
                    <a:cubicBezTo>
                      <a:pt x="165454" y="4293"/>
                      <a:pt x="177556" y="-679"/>
                      <a:pt x="189995" y="75"/>
                    </a:cubicBezTo>
                    <a:close/>
                  </a:path>
                </a:pathLst>
              </a:custGeom>
              <a:grpFill/>
              <a:ln w="6350" cap="flat">
                <a:solidFill>
                  <a:srgbClr val="F56E0A"/>
                </a:solidFill>
                <a:prstDash val="solid"/>
                <a:miter/>
              </a:ln>
            </p:spPr>
          </p:sp>
        </p:grpSp>
        <p:grpSp>
          <p:nvGrpSpPr>
            <p:cNvPr id="106" name="组合 105">
              <a:extLst>
                <a:ext uri="{FF2B5EF4-FFF2-40B4-BE49-F238E27FC236}">
                  <a16:creationId xmlns:a16="http://schemas.microsoft.com/office/drawing/2014/main" id="{09A69242-26ED-37D2-A2B4-C10B47E5EA17}"/>
                </a:ext>
              </a:extLst>
            </p:cNvPr>
            <p:cNvGrpSpPr/>
            <p:nvPr/>
          </p:nvGrpSpPr>
          <p:grpSpPr>
            <a:xfrm>
              <a:off x="3323717" y="2787139"/>
              <a:ext cx="79375" cy="79375"/>
              <a:chOff x="5067385" y="1959393"/>
              <a:chExt cx="79375" cy="79375"/>
            </a:xfrm>
            <a:solidFill>
              <a:srgbClr val="F56E0A"/>
            </a:solidFill>
          </p:grpSpPr>
          <p:sp>
            <p:nvSpPr>
              <p:cNvPr id="107" name="任意多边形: 形状 106">
                <a:extLst>
                  <a:ext uri="{FF2B5EF4-FFF2-40B4-BE49-F238E27FC236}">
                    <a16:creationId xmlns:a16="http://schemas.microsoft.com/office/drawing/2014/main" id="{1306D4B6-A27A-09B2-4650-949DC0D0889A}"/>
                  </a:ext>
                </a:extLst>
              </p:cNvPr>
              <p:cNvSpPr/>
              <p:nvPr/>
            </p:nvSpPr>
            <p:spPr>
              <a:xfrm>
                <a:off x="5067385" y="1959393"/>
                <a:ext cx="79375" cy="79375"/>
              </a:xfrm>
              <a:custGeom>
                <a:avLst/>
                <a:gdLst>
                  <a:gd name="csX0" fmla="*/ 39688 w 79375"/>
                  <a:gd name="csY0" fmla="*/ 5670 h 79375"/>
                  <a:gd name="csX1" fmla="*/ 52932 w 79375"/>
                  <a:gd name="csY1" fmla="*/ 8345 h 79375"/>
                  <a:gd name="csX2" fmla="*/ 63749 w 79375"/>
                  <a:gd name="csY2" fmla="*/ 15636 h 79375"/>
                  <a:gd name="csX3" fmla="*/ 71039 w 79375"/>
                  <a:gd name="csY3" fmla="*/ 26453 h 79375"/>
                  <a:gd name="csX4" fmla="*/ 73715 w 79375"/>
                  <a:gd name="csY4" fmla="*/ 39697 h 79375"/>
                  <a:gd name="csX5" fmla="*/ 71039 w 79375"/>
                  <a:gd name="csY5" fmla="*/ 52941 h 79375"/>
                  <a:gd name="csX6" fmla="*/ 63749 w 79375"/>
                  <a:gd name="csY6" fmla="*/ 63757 h 79375"/>
                  <a:gd name="csX7" fmla="*/ 52932 w 79375"/>
                  <a:gd name="csY7" fmla="*/ 71048 h 79375"/>
                  <a:gd name="csX8" fmla="*/ 39688 w 79375"/>
                  <a:gd name="csY8" fmla="*/ 73724 h 79375"/>
                  <a:gd name="csX9" fmla="*/ 26444 w 79375"/>
                  <a:gd name="csY9" fmla="*/ 71048 h 79375"/>
                  <a:gd name="csX10" fmla="*/ 15627 w 79375"/>
                  <a:gd name="csY10" fmla="*/ 63757 h 79375"/>
                  <a:gd name="csX11" fmla="*/ 8336 w 79375"/>
                  <a:gd name="csY11" fmla="*/ 52941 h 79375"/>
                  <a:gd name="csX12" fmla="*/ 5661 w 79375"/>
                  <a:gd name="csY12" fmla="*/ 39697 h 79375"/>
                  <a:gd name="csX13" fmla="*/ 8336 w 79375"/>
                  <a:gd name="csY13" fmla="*/ 26453 h 79375"/>
                  <a:gd name="csX14" fmla="*/ 15627 w 79375"/>
                  <a:gd name="csY14" fmla="*/ 15636 h 79375"/>
                  <a:gd name="csX15" fmla="*/ 26444 w 79375"/>
                  <a:gd name="csY15" fmla="*/ 8345 h 79375"/>
                  <a:gd name="csX16" fmla="*/ 39688 w 79375"/>
                  <a:gd name="csY16" fmla="*/ 5670 h 79375"/>
                  <a:gd name="csX17" fmla="*/ 39688 w 79375"/>
                  <a:gd name="csY17" fmla="*/ 0 h 79375"/>
                  <a:gd name="csX18" fmla="*/ 0 w 79375"/>
                  <a:gd name="csY18" fmla="*/ 39688 h 79375"/>
                  <a:gd name="csX19" fmla="*/ 39688 w 79375"/>
                  <a:gd name="csY19" fmla="*/ 79376 h 79375"/>
                  <a:gd name="csX20" fmla="*/ 79376 w 79375"/>
                  <a:gd name="csY20" fmla="*/ 39688 h 79375"/>
                  <a:gd name="csX21" fmla="*/ 39688 w 79375"/>
                  <a:gd name="csY21" fmla="*/ 0 h 793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79375" h="79375">
                    <a:moveTo>
                      <a:pt x="39688" y="5670"/>
                    </a:moveTo>
                    <a:cubicBezTo>
                      <a:pt x="44286" y="5670"/>
                      <a:pt x="48742" y="6564"/>
                      <a:pt x="52932" y="8345"/>
                    </a:cubicBezTo>
                    <a:cubicBezTo>
                      <a:pt x="56980" y="10055"/>
                      <a:pt x="60621" y="12509"/>
                      <a:pt x="63749" y="15636"/>
                    </a:cubicBezTo>
                    <a:cubicBezTo>
                      <a:pt x="66876" y="18763"/>
                      <a:pt x="69330" y="22404"/>
                      <a:pt x="71039" y="26453"/>
                    </a:cubicBezTo>
                    <a:cubicBezTo>
                      <a:pt x="72811" y="30643"/>
                      <a:pt x="73715" y="35099"/>
                      <a:pt x="73715" y="39697"/>
                    </a:cubicBezTo>
                    <a:cubicBezTo>
                      <a:pt x="73715" y="44294"/>
                      <a:pt x="72820" y="48750"/>
                      <a:pt x="71039" y="52941"/>
                    </a:cubicBezTo>
                    <a:cubicBezTo>
                      <a:pt x="69330" y="56989"/>
                      <a:pt x="66876" y="60630"/>
                      <a:pt x="63749" y="63757"/>
                    </a:cubicBezTo>
                    <a:cubicBezTo>
                      <a:pt x="60621" y="66885"/>
                      <a:pt x="56980" y="69339"/>
                      <a:pt x="52932" y="71048"/>
                    </a:cubicBezTo>
                    <a:cubicBezTo>
                      <a:pt x="48742" y="72820"/>
                      <a:pt x="44286" y="73724"/>
                      <a:pt x="39688" y="73724"/>
                    </a:cubicBezTo>
                    <a:cubicBezTo>
                      <a:pt x="35090" y="73724"/>
                      <a:pt x="30634" y="72829"/>
                      <a:pt x="26444" y="71048"/>
                    </a:cubicBezTo>
                    <a:cubicBezTo>
                      <a:pt x="22395" y="69339"/>
                      <a:pt x="18754" y="66885"/>
                      <a:pt x="15627" y="63757"/>
                    </a:cubicBezTo>
                    <a:cubicBezTo>
                      <a:pt x="12500" y="60630"/>
                      <a:pt x="10046" y="56989"/>
                      <a:pt x="8336" y="52941"/>
                    </a:cubicBezTo>
                    <a:cubicBezTo>
                      <a:pt x="6564" y="48750"/>
                      <a:pt x="5661" y="44294"/>
                      <a:pt x="5661" y="39697"/>
                    </a:cubicBezTo>
                    <a:cubicBezTo>
                      <a:pt x="5661" y="35099"/>
                      <a:pt x="6556" y="30643"/>
                      <a:pt x="8336" y="26453"/>
                    </a:cubicBezTo>
                    <a:cubicBezTo>
                      <a:pt x="10046" y="22404"/>
                      <a:pt x="12500" y="18763"/>
                      <a:pt x="15627" y="15636"/>
                    </a:cubicBezTo>
                    <a:cubicBezTo>
                      <a:pt x="18754" y="12509"/>
                      <a:pt x="22395" y="10055"/>
                      <a:pt x="26444" y="8345"/>
                    </a:cubicBezTo>
                    <a:cubicBezTo>
                      <a:pt x="30634" y="6564"/>
                      <a:pt x="35090" y="5670"/>
                      <a:pt x="39688" y="5670"/>
                    </a:cubicBezTo>
                    <a:moveTo>
                      <a:pt x="39688" y="0"/>
                    </a:moveTo>
                    <a:cubicBezTo>
                      <a:pt x="17771" y="0"/>
                      <a:pt x="0" y="17771"/>
                      <a:pt x="0" y="39688"/>
                    </a:cubicBezTo>
                    <a:cubicBezTo>
                      <a:pt x="0" y="61605"/>
                      <a:pt x="17771" y="79376"/>
                      <a:pt x="39688" y="79376"/>
                    </a:cubicBezTo>
                    <a:cubicBezTo>
                      <a:pt x="61605" y="79376"/>
                      <a:pt x="79376" y="61605"/>
                      <a:pt x="79376" y="39688"/>
                    </a:cubicBezTo>
                    <a:cubicBezTo>
                      <a:pt x="79376" y="17771"/>
                      <a:pt x="61605" y="0"/>
                      <a:pt x="39688" y="0"/>
                    </a:cubicBezTo>
                    <a:close/>
                  </a:path>
                </a:pathLst>
              </a:custGeom>
              <a:grpFill/>
              <a:ln w="84" cap="flat">
                <a:noFill/>
                <a:prstDash val="solid"/>
                <a:miter/>
              </a:ln>
            </p:spPr>
          </p:sp>
          <p:sp>
            <p:nvSpPr>
              <p:cNvPr id="108" name="任意多边形: 形状 107">
                <a:extLst>
                  <a:ext uri="{FF2B5EF4-FFF2-40B4-BE49-F238E27FC236}">
                    <a16:creationId xmlns:a16="http://schemas.microsoft.com/office/drawing/2014/main" id="{F5367822-191F-D15B-E8C4-05086A0EAB4D}"/>
                  </a:ext>
                </a:extLst>
              </p:cNvPr>
              <p:cNvSpPr/>
              <p:nvPr/>
            </p:nvSpPr>
            <p:spPr>
              <a:xfrm>
                <a:off x="5078725" y="1970733"/>
                <a:ext cx="48396" cy="34013"/>
              </a:xfrm>
              <a:custGeom>
                <a:avLst/>
                <a:gdLst>
                  <a:gd name="csX0" fmla="*/ 5493 w 48396"/>
                  <a:gd name="csY0" fmla="*/ 18692 h 34013"/>
                  <a:gd name="csX1" fmla="*/ 10808 w 48396"/>
                  <a:gd name="csY1" fmla="*/ 10808 h 34013"/>
                  <a:gd name="csX2" fmla="*/ 18692 w 48396"/>
                  <a:gd name="csY2" fmla="*/ 5493 h 34013"/>
                  <a:gd name="csX3" fmla="*/ 28348 w 48396"/>
                  <a:gd name="csY3" fmla="*/ 3544 h 34013"/>
                  <a:gd name="csX4" fmla="*/ 38005 w 48396"/>
                  <a:gd name="csY4" fmla="*/ 5493 h 34013"/>
                  <a:gd name="csX5" fmla="*/ 45889 w 48396"/>
                  <a:gd name="csY5" fmla="*/ 10808 h 34013"/>
                  <a:gd name="csX6" fmla="*/ 48396 w 48396"/>
                  <a:gd name="csY6" fmla="*/ 8301 h 34013"/>
                  <a:gd name="csX7" fmla="*/ 28348 w 48396"/>
                  <a:gd name="csY7" fmla="*/ 0 h 34013"/>
                  <a:gd name="csX8" fmla="*/ 0 w 48396"/>
                  <a:gd name="csY8" fmla="*/ 28348 h 34013"/>
                  <a:gd name="csX9" fmla="*/ 3544 w 48396"/>
                  <a:gd name="csY9" fmla="*/ 28348 h 34013"/>
                  <a:gd name="csX10" fmla="*/ 5493 w 48396"/>
                  <a:gd name="csY10" fmla="*/ 18692 h 34013"/>
                  <a:gd name="csX11" fmla="*/ 32362 w 48396"/>
                  <a:gd name="csY11" fmla="*/ 32353 h 34013"/>
                  <a:gd name="csX12" fmla="*/ 24344 w 48396"/>
                  <a:gd name="csY12" fmla="*/ 32353 h 34013"/>
                  <a:gd name="csX13" fmla="*/ 24344 w 48396"/>
                  <a:gd name="csY13" fmla="*/ 24335 h 34013"/>
                  <a:gd name="csX14" fmla="*/ 44383 w 48396"/>
                  <a:gd name="csY14" fmla="*/ 12314 h 34013"/>
                  <a:gd name="csX15" fmla="*/ 32362 w 48396"/>
                  <a:gd name="csY15" fmla="*/ 32353 h 340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48396" h="34013">
                    <a:moveTo>
                      <a:pt x="5493" y="18692"/>
                    </a:moveTo>
                    <a:cubicBezTo>
                      <a:pt x="6742" y="15742"/>
                      <a:pt x="8531" y="13085"/>
                      <a:pt x="10808" y="10808"/>
                    </a:cubicBezTo>
                    <a:cubicBezTo>
                      <a:pt x="13085" y="8531"/>
                      <a:pt x="15742" y="6742"/>
                      <a:pt x="18692" y="5493"/>
                    </a:cubicBezTo>
                    <a:cubicBezTo>
                      <a:pt x="21749" y="4199"/>
                      <a:pt x="25000" y="3544"/>
                      <a:pt x="28348" y="3544"/>
                    </a:cubicBezTo>
                    <a:cubicBezTo>
                      <a:pt x="31697" y="3544"/>
                      <a:pt x="34948" y="4199"/>
                      <a:pt x="38005" y="5493"/>
                    </a:cubicBezTo>
                    <a:cubicBezTo>
                      <a:pt x="40955" y="6742"/>
                      <a:pt x="43612" y="8531"/>
                      <a:pt x="45889" y="10808"/>
                    </a:cubicBezTo>
                    <a:lnTo>
                      <a:pt x="48396" y="8301"/>
                    </a:lnTo>
                    <a:cubicBezTo>
                      <a:pt x="43267" y="3171"/>
                      <a:pt x="36180" y="0"/>
                      <a:pt x="28348" y="0"/>
                    </a:cubicBezTo>
                    <a:cubicBezTo>
                      <a:pt x="12695" y="0"/>
                      <a:pt x="0" y="12695"/>
                      <a:pt x="0" y="28348"/>
                    </a:cubicBezTo>
                    <a:lnTo>
                      <a:pt x="3544" y="28348"/>
                    </a:lnTo>
                    <a:cubicBezTo>
                      <a:pt x="3544" y="25000"/>
                      <a:pt x="4199" y="21749"/>
                      <a:pt x="5493" y="18692"/>
                    </a:cubicBezTo>
                    <a:close/>
                    <a:moveTo>
                      <a:pt x="32362" y="32353"/>
                    </a:moveTo>
                    <a:cubicBezTo>
                      <a:pt x="30147" y="34567"/>
                      <a:pt x="26559" y="34567"/>
                      <a:pt x="24344" y="32353"/>
                    </a:cubicBezTo>
                    <a:cubicBezTo>
                      <a:pt x="22129" y="30138"/>
                      <a:pt x="22129" y="26550"/>
                      <a:pt x="24344" y="24335"/>
                    </a:cubicBezTo>
                    <a:cubicBezTo>
                      <a:pt x="26559" y="22121"/>
                      <a:pt x="44383" y="12314"/>
                      <a:pt x="44383" y="12314"/>
                    </a:cubicBezTo>
                    <a:cubicBezTo>
                      <a:pt x="44383" y="12314"/>
                      <a:pt x="34576" y="30138"/>
                      <a:pt x="32362" y="32353"/>
                    </a:cubicBezTo>
                    <a:close/>
                  </a:path>
                </a:pathLst>
              </a:custGeom>
              <a:grpFill/>
              <a:ln w="84" cap="flat">
                <a:noFill/>
                <a:prstDash val="solid"/>
                <a:miter/>
              </a:ln>
            </p:spPr>
          </p:sp>
        </p:grpSp>
        <p:sp>
          <p:nvSpPr>
            <p:cNvPr id="109" name="文本框 108">
              <a:extLst>
                <a:ext uri="{FF2B5EF4-FFF2-40B4-BE49-F238E27FC236}">
                  <a16:creationId xmlns:a16="http://schemas.microsoft.com/office/drawing/2014/main" id="{C31C734C-2EBE-A63A-67F2-3546CCD6DE03}"/>
                </a:ext>
              </a:extLst>
            </p:cNvPr>
            <p:cNvSpPr txBox="1"/>
            <p:nvPr/>
          </p:nvSpPr>
          <p:spPr>
            <a:xfrm>
              <a:off x="3351291" y="2725153"/>
              <a:ext cx="1314582" cy="2205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400">
                <a:lnSpc>
                  <a:spcPts val="1000"/>
                </a:lnSpc>
              </a:pPr>
              <a:r>
                <a:rPr lang="en-US" altLang="zh-CN" sz="900" dirty="0">
                  <a:solidFill>
                    <a:prstClr val="white"/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1,979 FP16 TFLOPS/GPU</a:t>
              </a:r>
              <a:endParaRPr lang="zh-CN" altLang="en-US" sz="900" dirty="0">
                <a:solidFill>
                  <a:prstClr val="white"/>
                </a:solidFill>
                <a:latin typeface="Calibri Light" panose="020F0302020204030204" pitchFamily="34" charset="0"/>
                <a:ea typeface="宋体"/>
                <a:cs typeface="Calibri Light" panose="020F0302020204030204" pitchFamily="34" charset="0"/>
              </a:endParaRPr>
            </a:p>
          </p:txBody>
        </p:sp>
        <p:cxnSp>
          <p:nvCxnSpPr>
            <p:cNvPr id="111" name="直接连接符 110">
              <a:extLst>
                <a:ext uri="{FF2B5EF4-FFF2-40B4-BE49-F238E27FC236}">
                  <a16:creationId xmlns:a16="http://schemas.microsoft.com/office/drawing/2014/main" id="{C05FBC54-4DAA-C60D-96A6-AABD9977AD56}"/>
                </a:ext>
              </a:extLst>
            </p:cNvPr>
            <p:cNvCxnSpPr>
              <a:cxnSpLocks/>
            </p:cNvCxnSpPr>
            <p:nvPr/>
          </p:nvCxnSpPr>
          <p:spPr>
            <a:xfrm>
              <a:off x="3323717" y="2600653"/>
              <a:ext cx="1315593" cy="0"/>
            </a:xfrm>
            <a:prstGeom prst="line">
              <a:avLst/>
            </a:prstGeom>
            <a:noFill/>
            <a:ln w="6350" cap="flat" cmpd="sng" algn="ctr">
              <a:solidFill>
                <a:srgbClr val="F56E0A"/>
              </a:solidFill>
              <a:prstDash val="solid"/>
              <a:miter lim="800000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2389296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25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250"/>
                            </p:stCondLst>
                            <p:childTnLst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75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45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0"/>
                            </p:stCondLst>
                            <p:childTnLst>
                              <p:par>
                                <p:cTn id="3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75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750"/>
                            </p:stCondLst>
                            <p:childTnLst>
                              <p:par>
                                <p:cTn id="4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125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700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75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8000"/>
                            </p:stCondLst>
                            <p:childTnLst>
                              <p:par>
                                <p:cTn id="5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9000"/>
                            </p:stCondLst>
                            <p:childTnLst>
                              <p:par>
                                <p:cTn id="5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0000"/>
                            </p:stCondLst>
                            <p:childTnLst>
                              <p:par>
                                <p:cTn id="61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6" dur="75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750"/>
                            </p:stCondLst>
                            <p:childTnLst>
                              <p:par>
                                <p:cTn id="6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  <p:bldP spid="63" grpId="0" animBg="1"/>
      <p:bldP spid="66" grpId="0"/>
      <p:bldP spid="69" grpId="0"/>
      <p:bldP spid="84" grpId="0"/>
    </p:bldLst>
  </p:timing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</TotalTime>
  <Words>52</Words>
  <Application>Microsoft Office PowerPoint</Application>
  <PresentationFormat>自定义</PresentationFormat>
  <Paragraphs>26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等线</vt:lpstr>
      <vt:lpstr>Aptos</vt:lpstr>
      <vt:lpstr>Aptos Display</vt:lpstr>
      <vt:lpstr>Arial</vt:lpstr>
      <vt:lpstr>Calibri</vt:lpstr>
      <vt:lpstr>Calibri Light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大壮 杨</dc:creator>
  <cp:lastModifiedBy>大壮 杨</cp:lastModifiedBy>
  <cp:revision>5</cp:revision>
  <dcterms:created xsi:type="dcterms:W3CDTF">2026-05-19T05:02:08Z</dcterms:created>
  <dcterms:modified xsi:type="dcterms:W3CDTF">2026-06-09T07:12:38Z</dcterms:modified>
</cp:coreProperties>
</file>