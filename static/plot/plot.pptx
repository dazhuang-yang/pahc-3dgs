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626100" cy="307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7" userDrawn="1">
          <p15:clr>
            <a:srgbClr val="A4A3A4"/>
          </p15:clr>
        </p15:guide>
        <p15:guide id="2" pos="17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93" autoAdjust="0"/>
    <p:restoredTop sz="94660"/>
  </p:normalViewPr>
  <p:slideViewPr>
    <p:cSldViewPr snapToGrid="0" showGuides="1">
      <p:cViewPr varScale="1">
        <p:scale>
          <a:sx n="220" d="100"/>
          <a:sy n="220" d="100"/>
        </p:scale>
        <p:origin x="210" y="168"/>
      </p:cViewPr>
      <p:guideLst>
        <p:guide orient="horz" pos="967"/>
        <p:guide pos="17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3263" y="502465"/>
            <a:ext cx="4219575" cy="1068893"/>
          </a:xfrm>
        </p:spPr>
        <p:txBody>
          <a:bodyPr anchor="b"/>
          <a:lstStyle>
            <a:lvl1pPr algn="ctr">
              <a:defRPr sz="268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3263" y="1612579"/>
            <a:ext cx="4219575" cy="741260"/>
          </a:xfrm>
        </p:spPr>
        <p:txBody>
          <a:bodyPr/>
          <a:lstStyle>
            <a:lvl1pPr marL="0" indent="0" algn="ctr">
              <a:buNone/>
              <a:defRPr sz="1074"/>
            </a:lvl1pPr>
            <a:lvl2pPr marL="204688" indent="0" algn="ctr">
              <a:buNone/>
              <a:defRPr sz="895"/>
            </a:lvl2pPr>
            <a:lvl3pPr marL="409377" indent="0" algn="ctr">
              <a:buNone/>
              <a:defRPr sz="806"/>
            </a:lvl3pPr>
            <a:lvl4pPr marL="614065" indent="0" algn="ctr">
              <a:buNone/>
              <a:defRPr sz="716"/>
            </a:lvl4pPr>
            <a:lvl5pPr marL="818754" indent="0" algn="ctr">
              <a:buNone/>
              <a:defRPr sz="716"/>
            </a:lvl5pPr>
            <a:lvl6pPr marL="1023442" indent="0" algn="ctr">
              <a:buNone/>
              <a:defRPr sz="716"/>
            </a:lvl6pPr>
            <a:lvl7pPr marL="1228131" indent="0" algn="ctr">
              <a:buNone/>
              <a:defRPr sz="716"/>
            </a:lvl7pPr>
            <a:lvl8pPr marL="1432819" indent="0" algn="ctr">
              <a:buNone/>
              <a:defRPr sz="716"/>
            </a:lvl8pPr>
            <a:lvl9pPr marL="1637508" indent="0" algn="ctr">
              <a:buNone/>
              <a:defRPr sz="71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3177-A4F8-49CD-B588-64059E666DE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7ACF-5600-42C6-B1F9-E4144D9290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58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3177-A4F8-49CD-B588-64059E666DE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7ACF-5600-42C6-B1F9-E4144D9290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29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864" y="765425"/>
            <a:ext cx="4852511" cy="1277128"/>
          </a:xfrm>
        </p:spPr>
        <p:txBody>
          <a:bodyPr anchor="b"/>
          <a:lstStyle>
            <a:lvl1pPr>
              <a:defRPr sz="268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64" y="2054635"/>
            <a:ext cx="4852511" cy="671611"/>
          </a:xfrm>
        </p:spPr>
        <p:txBody>
          <a:bodyPr/>
          <a:lstStyle>
            <a:lvl1pPr marL="0" indent="0">
              <a:buNone/>
              <a:defRPr sz="1074">
                <a:solidFill>
                  <a:schemeClr val="tx1">
                    <a:tint val="82000"/>
                  </a:schemeClr>
                </a:solidFill>
              </a:defRPr>
            </a:lvl1pPr>
            <a:lvl2pPr marL="204688" indent="0">
              <a:buNone/>
              <a:defRPr sz="895">
                <a:solidFill>
                  <a:schemeClr val="tx1">
                    <a:tint val="82000"/>
                  </a:schemeClr>
                </a:solidFill>
              </a:defRPr>
            </a:lvl2pPr>
            <a:lvl3pPr marL="409377" indent="0">
              <a:buNone/>
              <a:defRPr sz="806">
                <a:solidFill>
                  <a:schemeClr val="tx1">
                    <a:tint val="82000"/>
                  </a:schemeClr>
                </a:solidFill>
              </a:defRPr>
            </a:lvl3pPr>
            <a:lvl4pPr marL="614065" indent="0">
              <a:buNone/>
              <a:defRPr sz="716">
                <a:solidFill>
                  <a:schemeClr val="tx1">
                    <a:tint val="82000"/>
                  </a:schemeClr>
                </a:solidFill>
              </a:defRPr>
            </a:lvl4pPr>
            <a:lvl5pPr marL="818754" indent="0">
              <a:buNone/>
              <a:defRPr sz="716">
                <a:solidFill>
                  <a:schemeClr val="tx1">
                    <a:tint val="82000"/>
                  </a:schemeClr>
                </a:solidFill>
              </a:defRPr>
            </a:lvl5pPr>
            <a:lvl6pPr marL="1023442" indent="0">
              <a:buNone/>
              <a:defRPr sz="716">
                <a:solidFill>
                  <a:schemeClr val="tx1">
                    <a:tint val="82000"/>
                  </a:schemeClr>
                </a:solidFill>
              </a:defRPr>
            </a:lvl6pPr>
            <a:lvl7pPr marL="1228131" indent="0">
              <a:buNone/>
              <a:defRPr sz="716">
                <a:solidFill>
                  <a:schemeClr val="tx1">
                    <a:tint val="82000"/>
                  </a:schemeClr>
                </a:solidFill>
              </a:defRPr>
            </a:lvl7pPr>
            <a:lvl8pPr marL="1432819" indent="0">
              <a:buNone/>
              <a:defRPr sz="716">
                <a:solidFill>
                  <a:schemeClr val="tx1">
                    <a:tint val="82000"/>
                  </a:schemeClr>
                </a:solidFill>
              </a:defRPr>
            </a:lvl8pPr>
            <a:lvl9pPr marL="1637508" indent="0">
              <a:buNone/>
              <a:defRPr sz="71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3177-A4F8-49CD-B588-64059E666DE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7ACF-5600-42C6-B1F9-E4144D9290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580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4" y="817305"/>
            <a:ext cx="2391093" cy="1948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48213" y="817305"/>
            <a:ext cx="2391093" cy="1948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3177-A4F8-49CD-B588-64059E666DE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7ACF-5600-42C6-B1F9-E4144D9290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835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527" y="163461"/>
            <a:ext cx="4852511" cy="59343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527" y="752632"/>
            <a:ext cx="2380104" cy="368853"/>
          </a:xfrm>
        </p:spPr>
        <p:txBody>
          <a:bodyPr anchor="b"/>
          <a:lstStyle>
            <a:lvl1pPr marL="0" indent="0">
              <a:buNone/>
              <a:defRPr sz="1074" b="1"/>
            </a:lvl1pPr>
            <a:lvl2pPr marL="204688" indent="0">
              <a:buNone/>
              <a:defRPr sz="895" b="1"/>
            </a:lvl2pPr>
            <a:lvl3pPr marL="409377" indent="0">
              <a:buNone/>
              <a:defRPr sz="806" b="1"/>
            </a:lvl3pPr>
            <a:lvl4pPr marL="614065" indent="0">
              <a:buNone/>
              <a:defRPr sz="716" b="1"/>
            </a:lvl4pPr>
            <a:lvl5pPr marL="818754" indent="0">
              <a:buNone/>
              <a:defRPr sz="716" b="1"/>
            </a:lvl5pPr>
            <a:lvl6pPr marL="1023442" indent="0">
              <a:buNone/>
              <a:defRPr sz="716" b="1"/>
            </a:lvl6pPr>
            <a:lvl7pPr marL="1228131" indent="0">
              <a:buNone/>
              <a:defRPr sz="716" b="1"/>
            </a:lvl7pPr>
            <a:lvl8pPr marL="1432819" indent="0">
              <a:buNone/>
              <a:defRPr sz="716" b="1"/>
            </a:lvl8pPr>
            <a:lvl9pPr marL="1637508" indent="0">
              <a:buNone/>
              <a:defRPr sz="71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527" y="1121485"/>
            <a:ext cx="2380104" cy="16495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48213" y="752632"/>
            <a:ext cx="2391825" cy="368853"/>
          </a:xfrm>
        </p:spPr>
        <p:txBody>
          <a:bodyPr anchor="b"/>
          <a:lstStyle>
            <a:lvl1pPr marL="0" indent="0">
              <a:buNone/>
              <a:defRPr sz="1074" b="1"/>
            </a:lvl1pPr>
            <a:lvl2pPr marL="204688" indent="0">
              <a:buNone/>
              <a:defRPr sz="895" b="1"/>
            </a:lvl2pPr>
            <a:lvl3pPr marL="409377" indent="0">
              <a:buNone/>
              <a:defRPr sz="806" b="1"/>
            </a:lvl3pPr>
            <a:lvl4pPr marL="614065" indent="0">
              <a:buNone/>
              <a:defRPr sz="716" b="1"/>
            </a:lvl4pPr>
            <a:lvl5pPr marL="818754" indent="0">
              <a:buNone/>
              <a:defRPr sz="716" b="1"/>
            </a:lvl5pPr>
            <a:lvl6pPr marL="1023442" indent="0">
              <a:buNone/>
              <a:defRPr sz="716" b="1"/>
            </a:lvl6pPr>
            <a:lvl7pPr marL="1228131" indent="0">
              <a:buNone/>
              <a:defRPr sz="716" b="1"/>
            </a:lvl7pPr>
            <a:lvl8pPr marL="1432819" indent="0">
              <a:buNone/>
              <a:defRPr sz="716" b="1"/>
            </a:lvl8pPr>
            <a:lvl9pPr marL="1637508" indent="0">
              <a:buNone/>
              <a:defRPr sz="71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48213" y="1121485"/>
            <a:ext cx="2391825" cy="16495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3177-A4F8-49CD-B588-64059E666DE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7ACF-5600-42C6-B1F9-E4144D9290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200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3177-A4F8-49CD-B588-64059E666DE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7ACF-5600-42C6-B1F9-E4144D9290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54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3177-A4F8-49CD-B588-64059E666DE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7ACF-5600-42C6-B1F9-E4144D9290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898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527" y="204682"/>
            <a:ext cx="1814564" cy="716386"/>
          </a:xfrm>
        </p:spPr>
        <p:txBody>
          <a:bodyPr anchor="b"/>
          <a:lstStyle>
            <a:lvl1pPr>
              <a:defRPr sz="143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1825" y="442056"/>
            <a:ext cx="2848213" cy="2181850"/>
          </a:xfrm>
        </p:spPr>
        <p:txBody>
          <a:bodyPr/>
          <a:lstStyle>
            <a:lvl1pPr>
              <a:defRPr sz="1433"/>
            </a:lvl1pPr>
            <a:lvl2pPr>
              <a:defRPr sz="1254"/>
            </a:lvl2pPr>
            <a:lvl3pPr>
              <a:defRPr sz="1074"/>
            </a:lvl3pPr>
            <a:lvl4pPr>
              <a:defRPr sz="895"/>
            </a:lvl4pPr>
            <a:lvl5pPr>
              <a:defRPr sz="895"/>
            </a:lvl5pPr>
            <a:lvl6pPr>
              <a:defRPr sz="895"/>
            </a:lvl6pPr>
            <a:lvl7pPr>
              <a:defRPr sz="895"/>
            </a:lvl7pPr>
            <a:lvl8pPr>
              <a:defRPr sz="895"/>
            </a:lvl8pPr>
            <a:lvl9pPr>
              <a:defRPr sz="89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527" y="921068"/>
            <a:ext cx="1814564" cy="1706391"/>
          </a:xfrm>
        </p:spPr>
        <p:txBody>
          <a:bodyPr/>
          <a:lstStyle>
            <a:lvl1pPr marL="0" indent="0">
              <a:buNone/>
              <a:defRPr sz="716"/>
            </a:lvl1pPr>
            <a:lvl2pPr marL="204688" indent="0">
              <a:buNone/>
              <a:defRPr sz="627"/>
            </a:lvl2pPr>
            <a:lvl3pPr marL="409377" indent="0">
              <a:buNone/>
              <a:defRPr sz="537"/>
            </a:lvl3pPr>
            <a:lvl4pPr marL="614065" indent="0">
              <a:buNone/>
              <a:defRPr sz="448"/>
            </a:lvl4pPr>
            <a:lvl5pPr marL="818754" indent="0">
              <a:buNone/>
              <a:defRPr sz="448"/>
            </a:lvl5pPr>
            <a:lvl6pPr marL="1023442" indent="0">
              <a:buNone/>
              <a:defRPr sz="448"/>
            </a:lvl6pPr>
            <a:lvl7pPr marL="1228131" indent="0">
              <a:buNone/>
              <a:defRPr sz="448"/>
            </a:lvl7pPr>
            <a:lvl8pPr marL="1432819" indent="0">
              <a:buNone/>
              <a:defRPr sz="448"/>
            </a:lvl8pPr>
            <a:lvl9pPr marL="1637508" indent="0">
              <a:buNone/>
              <a:defRPr sz="44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3177-A4F8-49CD-B588-64059E666DE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7ACF-5600-42C6-B1F9-E4144D9290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57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527" y="204682"/>
            <a:ext cx="1814564" cy="716386"/>
          </a:xfrm>
        </p:spPr>
        <p:txBody>
          <a:bodyPr anchor="b"/>
          <a:lstStyle>
            <a:lvl1pPr>
              <a:defRPr sz="143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91825" y="442056"/>
            <a:ext cx="2848213" cy="2181850"/>
          </a:xfrm>
        </p:spPr>
        <p:txBody>
          <a:bodyPr anchor="t"/>
          <a:lstStyle>
            <a:lvl1pPr marL="0" indent="0">
              <a:buNone/>
              <a:defRPr sz="1433"/>
            </a:lvl1pPr>
            <a:lvl2pPr marL="204688" indent="0">
              <a:buNone/>
              <a:defRPr sz="1254"/>
            </a:lvl2pPr>
            <a:lvl3pPr marL="409377" indent="0">
              <a:buNone/>
              <a:defRPr sz="1074"/>
            </a:lvl3pPr>
            <a:lvl4pPr marL="614065" indent="0">
              <a:buNone/>
              <a:defRPr sz="895"/>
            </a:lvl4pPr>
            <a:lvl5pPr marL="818754" indent="0">
              <a:buNone/>
              <a:defRPr sz="895"/>
            </a:lvl5pPr>
            <a:lvl6pPr marL="1023442" indent="0">
              <a:buNone/>
              <a:defRPr sz="895"/>
            </a:lvl6pPr>
            <a:lvl7pPr marL="1228131" indent="0">
              <a:buNone/>
              <a:defRPr sz="895"/>
            </a:lvl7pPr>
            <a:lvl8pPr marL="1432819" indent="0">
              <a:buNone/>
              <a:defRPr sz="895"/>
            </a:lvl8pPr>
            <a:lvl9pPr marL="1637508" indent="0">
              <a:buNone/>
              <a:defRPr sz="89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527" y="921068"/>
            <a:ext cx="1814564" cy="1706391"/>
          </a:xfrm>
        </p:spPr>
        <p:txBody>
          <a:bodyPr/>
          <a:lstStyle>
            <a:lvl1pPr marL="0" indent="0">
              <a:buNone/>
              <a:defRPr sz="716"/>
            </a:lvl1pPr>
            <a:lvl2pPr marL="204688" indent="0">
              <a:buNone/>
              <a:defRPr sz="627"/>
            </a:lvl2pPr>
            <a:lvl3pPr marL="409377" indent="0">
              <a:buNone/>
              <a:defRPr sz="537"/>
            </a:lvl3pPr>
            <a:lvl4pPr marL="614065" indent="0">
              <a:buNone/>
              <a:defRPr sz="448"/>
            </a:lvl4pPr>
            <a:lvl5pPr marL="818754" indent="0">
              <a:buNone/>
              <a:defRPr sz="448"/>
            </a:lvl5pPr>
            <a:lvl6pPr marL="1023442" indent="0">
              <a:buNone/>
              <a:defRPr sz="448"/>
            </a:lvl6pPr>
            <a:lvl7pPr marL="1228131" indent="0">
              <a:buNone/>
              <a:defRPr sz="448"/>
            </a:lvl7pPr>
            <a:lvl8pPr marL="1432819" indent="0">
              <a:buNone/>
              <a:defRPr sz="448"/>
            </a:lvl8pPr>
            <a:lvl9pPr marL="1637508" indent="0">
              <a:buNone/>
              <a:defRPr sz="44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3177-A4F8-49CD-B588-64059E666DE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7ACF-5600-42C6-B1F9-E4144D9290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209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3177-A4F8-49CD-B588-64059E666DE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7ACF-5600-42C6-B1F9-E4144D9290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62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026178" y="163461"/>
            <a:ext cx="1213128" cy="260187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4" y="163461"/>
            <a:ext cx="3569057" cy="260187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3177-A4F8-49CD-B588-64059E666DE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17ACF-5600-42C6-B1F9-E4144D9290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22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6795" y="163461"/>
            <a:ext cx="4852511" cy="593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5" y="817305"/>
            <a:ext cx="4852511" cy="19480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6794" y="2845644"/>
            <a:ext cx="1265873" cy="16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BA3177-A4F8-49CD-B588-64059E666DE2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63646" y="2845644"/>
            <a:ext cx="1898809" cy="16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73433" y="2845644"/>
            <a:ext cx="1265873" cy="16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17ACF-5600-42C6-B1F9-E4144D9290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88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09377" rtl="0" eaLnBrk="1" latinLnBrk="0" hangingPunct="1">
        <a:lnSpc>
          <a:spcPct val="90000"/>
        </a:lnSpc>
        <a:spcBef>
          <a:spcPct val="0"/>
        </a:spcBef>
        <a:buNone/>
        <a:defRPr sz="1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344" indent="-102344" algn="l" defTabSz="409377" rtl="0" eaLnBrk="1" latinLnBrk="0" hangingPunct="1">
        <a:lnSpc>
          <a:spcPct val="90000"/>
        </a:lnSpc>
        <a:spcBef>
          <a:spcPts val="448"/>
        </a:spcBef>
        <a:buFont typeface="Arial" panose="020B0604020202020204" pitchFamily="34" charset="0"/>
        <a:buChar char="•"/>
        <a:defRPr sz="1254" kern="1200">
          <a:solidFill>
            <a:schemeClr val="tx1"/>
          </a:solidFill>
          <a:latin typeface="+mn-lt"/>
          <a:ea typeface="+mn-ea"/>
          <a:cs typeface="+mn-cs"/>
        </a:defRPr>
      </a:lvl1pPr>
      <a:lvl2pPr marL="307033" indent="-102344" algn="l" defTabSz="409377" rtl="0" eaLnBrk="1" latinLnBrk="0" hangingPunct="1">
        <a:lnSpc>
          <a:spcPct val="90000"/>
        </a:lnSpc>
        <a:spcBef>
          <a:spcPts val="224"/>
        </a:spcBef>
        <a:buFont typeface="Arial" panose="020B0604020202020204" pitchFamily="34" charset="0"/>
        <a:buChar char="•"/>
        <a:defRPr sz="1074" kern="1200">
          <a:solidFill>
            <a:schemeClr val="tx1"/>
          </a:solidFill>
          <a:latin typeface="+mn-lt"/>
          <a:ea typeface="+mn-ea"/>
          <a:cs typeface="+mn-cs"/>
        </a:defRPr>
      </a:lvl2pPr>
      <a:lvl3pPr marL="511721" indent="-102344" algn="l" defTabSz="409377" rtl="0" eaLnBrk="1" latinLnBrk="0" hangingPunct="1">
        <a:lnSpc>
          <a:spcPct val="90000"/>
        </a:lnSpc>
        <a:spcBef>
          <a:spcPts val="224"/>
        </a:spcBef>
        <a:buFont typeface="Arial" panose="020B0604020202020204" pitchFamily="34" charset="0"/>
        <a:buChar char="•"/>
        <a:defRPr sz="895" kern="1200">
          <a:solidFill>
            <a:schemeClr val="tx1"/>
          </a:solidFill>
          <a:latin typeface="+mn-lt"/>
          <a:ea typeface="+mn-ea"/>
          <a:cs typeface="+mn-cs"/>
        </a:defRPr>
      </a:lvl3pPr>
      <a:lvl4pPr marL="716410" indent="-102344" algn="l" defTabSz="409377" rtl="0" eaLnBrk="1" latinLnBrk="0" hangingPunct="1">
        <a:lnSpc>
          <a:spcPct val="90000"/>
        </a:lnSpc>
        <a:spcBef>
          <a:spcPts val="224"/>
        </a:spcBef>
        <a:buFont typeface="Arial" panose="020B0604020202020204" pitchFamily="34" charset="0"/>
        <a:buChar char="•"/>
        <a:defRPr sz="806" kern="1200">
          <a:solidFill>
            <a:schemeClr val="tx1"/>
          </a:solidFill>
          <a:latin typeface="+mn-lt"/>
          <a:ea typeface="+mn-ea"/>
          <a:cs typeface="+mn-cs"/>
        </a:defRPr>
      </a:lvl4pPr>
      <a:lvl5pPr marL="921098" indent="-102344" algn="l" defTabSz="409377" rtl="0" eaLnBrk="1" latinLnBrk="0" hangingPunct="1">
        <a:lnSpc>
          <a:spcPct val="90000"/>
        </a:lnSpc>
        <a:spcBef>
          <a:spcPts val="224"/>
        </a:spcBef>
        <a:buFont typeface="Arial" panose="020B0604020202020204" pitchFamily="34" charset="0"/>
        <a:buChar char="•"/>
        <a:defRPr sz="806" kern="1200">
          <a:solidFill>
            <a:schemeClr val="tx1"/>
          </a:solidFill>
          <a:latin typeface="+mn-lt"/>
          <a:ea typeface="+mn-ea"/>
          <a:cs typeface="+mn-cs"/>
        </a:defRPr>
      </a:lvl5pPr>
      <a:lvl6pPr marL="1125786" indent="-102344" algn="l" defTabSz="409377" rtl="0" eaLnBrk="1" latinLnBrk="0" hangingPunct="1">
        <a:lnSpc>
          <a:spcPct val="90000"/>
        </a:lnSpc>
        <a:spcBef>
          <a:spcPts val="224"/>
        </a:spcBef>
        <a:buFont typeface="Arial" panose="020B0604020202020204" pitchFamily="34" charset="0"/>
        <a:buChar char="•"/>
        <a:defRPr sz="806" kern="1200">
          <a:solidFill>
            <a:schemeClr val="tx1"/>
          </a:solidFill>
          <a:latin typeface="+mn-lt"/>
          <a:ea typeface="+mn-ea"/>
          <a:cs typeface="+mn-cs"/>
        </a:defRPr>
      </a:lvl6pPr>
      <a:lvl7pPr marL="1330475" indent="-102344" algn="l" defTabSz="409377" rtl="0" eaLnBrk="1" latinLnBrk="0" hangingPunct="1">
        <a:lnSpc>
          <a:spcPct val="90000"/>
        </a:lnSpc>
        <a:spcBef>
          <a:spcPts val="224"/>
        </a:spcBef>
        <a:buFont typeface="Arial" panose="020B0604020202020204" pitchFamily="34" charset="0"/>
        <a:buChar char="•"/>
        <a:defRPr sz="806" kern="1200">
          <a:solidFill>
            <a:schemeClr val="tx1"/>
          </a:solidFill>
          <a:latin typeface="+mn-lt"/>
          <a:ea typeface="+mn-ea"/>
          <a:cs typeface="+mn-cs"/>
        </a:defRPr>
      </a:lvl7pPr>
      <a:lvl8pPr marL="1535163" indent="-102344" algn="l" defTabSz="409377" rtl="0" eaLnBrk="1" latinLnBrk="0" hangingPunct="1">
        <a:lnSpc>
          <a:spcPct val="90000"/>
        </a:lnSpc>
        <a:spcBef>
          <a:spcPts val="224"/>
        </a:spcBef>
        <a:buFont typeface="Arial" panose="020B0604020202020204" pitchFamily="34" charset="0"/>
        <a:buChar char="•"/>
        <a:defRPr sz="806" kern="1200">
          <a:solidFill>
            <a:schemeClr val="tx1"/>
          </a:solidFill>
          <a:latin typeface="+mn-lt"/>
          <a:ea typeface="+mn-ea"/>
          <a:cs typeface="+mn-cs"/>
        </a:defRPr>
      </a:lvl8pPr>
      <a:lvl9pPr marL="1739852" indent="-102344" algn="l" defTabSz="409377" rtl="0" eaLnBrk="1" latinLnBrk="0" hangingPunct="1">
        <a:lnSpc>
          <a:spcPct val="90000"/>
        </a:lnSpc>
        <a:spcBef>
          <a:spcPts val="224"/>
        </a:spcBef>
        <a:buFont typeface="Arial" panose="020B0604020202020204" pitchFamily="34" charset="0"/>
        <a:buChar char="•"/>
        <a:defRPr sz="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9377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1pPr>
      <a:lvl2pPr marL="204688" algn="l" defTabSz="409377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2pPr>
      <a:lvl3pPr marL="409377" algn="l" defTabSz="409377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3pPr>
      <a:lvl4pPr marL="614065" algn="l" defTabSz="409377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4pPr>
      <a:lvl5pPr marL="818754" algn="l" defTabSz="409377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5pPr>
      <a:lvl6pPr marL="1023442" algn="l" defTabSz="409377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6pPr>
      <a:lvl7pPr marL="1228131" algn="l" defTabSz="409377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7pPr>
      <a:lvl8pPr marL="1432819" algn="l" defTabSz="409377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8pPr>
      <a:lvl9pPr marL="1637508" algn="l" defTabSz="409377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夜晚的星空&#10;&#10;AI 生成的内容可能不正确。">
            <a:extLst>
              <a:ext uri="{FF2B5EF4-FFF2-40B4-BE49-F238E27FC236}">
                <a16:creationId xmlns:a16="http://schemas.microsoft.com/office/drawing/2014/main" id="{03B7A1DD-6A60-C3D0-26FD-5B92AB595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7" t="8620" r="16557" b="8889"/>
          <a:stretch>
            <a:fillRect/>
          </a:stretch>
        </p:blipFill>
        <p:spPr>
          <a:xfrm>
            <a:off x="0" y="0"/>
            <a:ext cx="5626706" cy="3070852"/>
          </a:xfrm>
          <a:prstGeom prst="rect">
            <a:avLst/>
          </a:prstGeom>
        </p:spPr>
      </p:pic>
      <p:pic>
        <p:nvPicPr>
          <p:cNvPr id="39" name="图片 38" descr="桌子上摆放着黑色的机器&#10;&#10;AI 生成的内容可能不正确。">
            <a:extLst>
              <a:ext uri="{FF2B5EF4-FFF2-40B4-BE49-F238E27FC236}">
                <a16:creationId xmlns:a16="http://schemas.microsoft.com/office/drawing/2014/main" id="{B9007621-F8EC-18A0-4740-3CC7D2F38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39" t="29619" r="15506" b="18472"/>
          <a:stretch>
            <a:fillRect/>
          </a:stretch>
        </p:blipFill>
        <p:spPr>
          <a:xfrm rot="6101244" flipV="1">
            <a:off x="3310796" y="527841"/>
            <a:ext cx="1370048" cy="669941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7EE78E0D-6240-609D-9FF3-9F3C559D81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862" y="210444"/>
            <a:ext cx="2118626" cy="903532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5FC41E17-1190-A365-0945-5C8DFEB96195}"/>
              </a:ext>
            </a:extLst>
          </p:cNvPr>
          <p:cNvSpPr/>
          <p:nvPr/>
        </p:nvSpPr>
        <p:spPr>
          <a:xfrm rot="671189">
            <a:off x="3649649" y="561298"/>
            <a:ext cx="196903" cy="32740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F5624E76-CA70-22ED-02DB-162FE9334A14}"/>
              </a:ext>
            </a:extLst>
          </p:cNvPr>
          <p:cNvCxnSpPr>
            <a:cxnSpLocks/>
            <a:stCxn id="41" idx="0"/>
          </p:cNvCxnSpPr>
          <p:nvPr/>
        </p:nvCxnSpPr>
        <p:spPr>
          <a:xfrm flipH="1" flipV="1">
            <a:off x="3504205" y="242797"/>
            <a:ext cx="275655" cy="321611"/>
          </a:xfrm>
          <a:prstGeom prst="line">
            <a:avLst/>
          </a:prstGeom>
          <a:noFill/>
          <a:ln w="635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80CD7191-E3CD-D555-E79C-F2E24720AE04}"/>
              </a:ext>
            </a:extLst>
          </p:cNvPr>
          <p:cNvSpPr/>
          <p:nvPr/>
        </p:nvSpPr>
        <p:spPr>
          <a:xfrm>
            <a:off x="2848840" y="0"/>
            <a:ext cx="715602" cy="248268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Camera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44" name="等腰三角形 43">
            <a:extLst>
              <a:ext uri="{FF2B5EF4-FFF2-40B4-BE49-F238E27FC236}">
                <a16:creationId xmlns:a16="http://schemas.microsoft.com/office/drawing/2014/main" id="{913D2FAF-4DA2-DAF9-CFA0-347E3B81FDF1}"/>
              </a:ext>
            </a:extLst>
          </p:cNvPr>
          <p:cNvSpPr/>
          <p:nvPr/>
        </p:nvSpPr>
        <p:spPr>
          <a:xfrm rot="5817926">
            <a:off x="2577886" y="-70025"/>
            <a:ext cx="630693" cy="1413742"/>
          </a:xfrm>
          <a:prstGeom prst="triangle">
            <a:avLst/>
          </a:prstGeom>
          <a:gradFill flip="none" rotWithShape="1">
            <a:gsLst>
              <a:gs pos="0">
                <a:sysClr val="window" lastClr="FFFFFF">
                  <a:alpha val="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FA9F3675-7013-41C8-8B37-A435D1830EED}"/>
              </a:ext>
            </a:extLst>
          </p:cNvPr>
          <p:cNvCxnSpPr/>
          <p:nvPr/>
        </p:nvCxnSpPr>
        <p:spPr>
          <a:xfrm flipH="1">
            <a:off x="3611594" y="1169027"/>
            <a:ext cx="268022" cy="742825"/>
          </a:xfrm>
          <a:prstGeom prst="line">
            <a:avLst/>
          </a:prstGeom>
          <a:noFill/>
          <a:ln w="19050" cap="flat" cmpd="sng" algn="ctr">
            <a:solidFill>
              <a:srgbClr val="5AA3F2"/>
            </a:solidFill>
            <a:prstDash val="sysDash"/>
            <a:miter lim="800000"/>
            <a:headEnd type="none"/>
            <a:tailEnd type="stealth"/>
          </a:ln>
          <a:effectLst/>
        </p:spPr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2C33B01-96B3-CF4C-E6D9-854C65E0D125}"/>
              </a:ext>
            </a:extLst>
          </p:cNvPr>
          <p:cNvCxnSpPr/>
          <p:nvPr/>
        </p:nvCxnSpPr>
        <p:spPr>
          <a:xfrm flipH="1">
            <a:off x="3680620" y="1169027"/>
            <a:ext cx="268022" cy="742825"/>
          </a:xfrm>
          <a:prstGeom prst="line">
            <a:avLst/>
          </a:prstGeom>
          <a:noFill/>
          <a:ln w="19050" cap="flat" cmpd="sng" algn="ctr">
            <a:solidFill>
              <a:srgbClr val="5AA3F2"/>
            </a:solidFill>
            <a:prstDash val="sysDash"/>
            <a:miter lim="800000"/>
            <a:headEnd type="stealth"/>
            <a:tailEnd type="none"/>
          </a:ln>
          <a:effectLst/>
        </p:spPr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37BB9567-B3D6-486B-BD99-C9F9CD8E85B7}"/>
              </a:ext>
            </a:extLst>
          </p:cNvPr>
          <p:cNvSpPr txBox="1"/>
          <p:nvPr/>
        </p:nvSpPr>
        <p:spPr>
          <a:xfrm>
            <a:off x="68581" y="142371"/>
            <a:ext cx="640403" cy="277200"/>
          </a:xfrm>
          <a:prstGeom prst="rect">
            <a:avLst/>
          </a:prstGeom>
          <a:noFill/>
          <a:ln w="19050" cap="flat" cmpd="sng" algn="ctr">
            <a:solidFill>
              <a:srgbClr val="5AA3F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200" b="1">
                <a:solidFill>
                  <a:sysClr val="windowText" lastClr="00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330200">
                    <a:prstClr val="white">
                      <a:alpha val="80000"/>
                    </a:prstClr>
                  </a:glow>
                </a:effectLst>
                <a:uLnTx/>
                <a:uFillTx/>
                <a:latin typeface="Times New Roman"/>
                <a:ea typeface="宋体"/>
                <a:cs typeface="+mn-cs"/>
              </a:rPr>
              <a:t>Object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EFEBD12-FEA8-77DE-9EF0-163F3B65597C}"/>
              </a:ext>
            </a:extLst>
          </p:cNvPr>
          <p:cNvSpPr txBox="1"/>
          <p:nvPr/>
        </p:nvSpPr>
        <p:spPr>
          <a:xfrm>
            <a:off x="4359653" y="462985"/>
            <a:ext cx="741566" cy="277200"/>
          </a:xfrm>
          <a:prstGeom prst="rect">
            <a:avLst/>
          </a:prstGeom>
          <a:noFill/>
          <a:ln w="19050" cap="flat" cmpd="sng" algn="ctr">
            <a:solidFill>
              <a:srgbClr val="5AA3F2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200" b="1">
                <a:solidFill>
                  <a:schemeClr val="tx1"/>
                </a:solidFill>
                <a:effectLst>
                  <a:glow rad="330200">
                    <a:schemeClr val="bg1">
                      <a:alpha val="80000"/>
                    </a:schemeClr>
                  </a:glo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330200">
                    <a:prstClr val="white">
                      <a:alpha val="80000"/>
                    </a:prstClr>
                  </a:glow>
                </a:effectLst>
                <a:uLnTx/>
                <a:uFillTx/>
                <a:latin typeface="Times New Roman"/>
                <a:ea typeface="宋体"/>
                <a:cs typeface="+mn-cs"/>
              </a:rPr>
              <a:t>Servicer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glow rad="330200">
                  <a:prstClr val="white">
                    <a:alpha val="80000"/>
                  </a:prstClr>
                </a:glow>
              </a:effectLst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2778735-AEBB-FDCE-B69A-D4991BC2ADC6}"/>
              </a:ext>
            </a:extLst>
          </p:cNvPr>
          <p:cNvSpPr txBox="1"/>
          <p:nvPr/>
        </p:nvSpPr>
        <p:spPr>
          <a:xfrm>
            <a:off x="3943255" y="2597773"/>
            <a:ext cx="958159" cy="413947"/>
          </a:xfrm>
          <a:prstGeom prst="rect">
            <a:avLst/>
          </a:prstGeom>
          <a:noFill/>
          <a:ln w="19050" cap="flat" cmpd="sng" algn="ctr">
            <a:solidFill>
              <a:srgbClr val="FFC145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200" b="1">
                <a:solidFill>
                  <a:sysClr val="windowText" lastClr="00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254000">
                    <a:prstClr val="white">
                      <a:alpha val="56000"/>
                    </a:prstClr>
                  </a:glow>
                </a:effectLst>
                <a:uLnTx/>
                <a:uFillTx/>
                <a:latin typeface="Times New Roman"/>
                <a:ea typeface="宋体"/>
                <a:cs typeface="+mn-cs"/>
              </a:rPr>
              <a:t>Ground Station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2817548-7B53-118E-8610-D9DF19B9AC9E}"/>
              </a:ext>
            </a:extLst>
          </p:cNvPr>
          <p:cNvSpPr/>
          <p:nvPr/>
        </p:nvSpPr>
        <p:spPr>
          <a:xfrm>
            <a:off x="4192034" y="1235335"/>
            <a:ext cx="805329" cy="248268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Antenna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8ED9E4E-AACD-FC0B-DBF7-7674F3064113}"/>
              </a:ext>
            </a:extLst>
          </p:cNvPr>
          <p:cNvSpPr/>
          <p:nvPr/>
        </p:nvSpPr>
        <p:spPr>
          <a:xfrm rot="671189">
            <a:off x="3806289" y="891994"/>
            <a:ext cx="304169" cy="246687"/>
          </a:xfrm>
          <a:prstGeom prst="rect">
            <a:avLst/>
          </a:prstGeom>
          <a:noFill/>
          <a:ln w="19050" cap="flat" cmpd="sng" algn="ctr">
            <a:solidFill>
              <a:srgbClr val="7E2F8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A8ED81A-6646-1D57-BC2E-297CF68C669D}"/>
              </a:ext>
            </a:extLst>
          </p:cNvPr>
          <p:cNvCxnSpPr>
            <a:cxnSpLocks/>
          </p:cNvCxnSpPr>
          <p:nvPr/>
        </p:nvCxnSpPr>
        <p:spPr>
          <a:xfrm>
            <a:off x="4090786" y="1169027"/>
            <a:ext cx="192832" cy="195280"/>
          </a:xfrm>
          <a:prstGeom prst="line">
            <a:avLst/>
          </a:prstGeom>
          <a:noFill/>
          <a:ln w="19050" cap="flat" cmpd="sng" algn="ctr">
            <a:solidFill>
              <a:srgbClr val="7E2F8E"/>
            </a:solidFill>
            <a:prstDash val="solid"/>
            <a:miter lim="800000"/>
          </a:ln>
          <a:effectLst/>
        </p:spPr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2C4F2771-DC88-1605-CB30-634D009454C7}"/>
              </a:ext>
            </a:extLst>
          </p:cNvPr>
          <p:cNvSpPr txBox="1"/>
          <p:nvPr/>
        </p:nvSpPr>
        <p:spPr>
          <a:xfrm>
            <a:off x="2381916" y="801803"/>
            <a:ext cx="9781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Capture Images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 pitchFamily="34" charset="0"/>
              <a:ea typeface="PMingLiU" panose="02020500000000000000" pitchFamily="18" charset="-120"/>
              <a:cs typeface="Calibri Light" panose="020F0302020204030204" pitchFamily="34" charset="0"/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587F5153-B105-2CC8-7C48-317C3803ECBD}"/>
              </a:ext>
            </a:extLst>
          </p:cNvPr>
          <p:cNvSpPr/>
          <p:nvPr/>
        </p:nvSpPr>
        <p:spPr>
          <a:xfrm>
            <a:off x="2301647" y="872474"/>
            <a:ext cx="112575" cy="112575"/>
          </a:xfrm>
          <a:prstGeom prst="ellipse">
            <a:avLst/>
          </a:prstGeom>
          <a:solidFill>
            <a:srgbClr val="5B9DE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0" lang="zh-CN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Calibri" panose="020F050202020403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0E13B40-01AF-C513-BB3B-102C59A8C3A6}"/>
              </a:ext>
            </a:extLst>
          </p:cNvPr>
          <p:cNvSpPr txBox="1"/>
          <p:nvPr/>
        </p:nvSpPr>
        <p:spPr>
          <a:xfrm>
            <a:off x="2613002" y="1389303"/>
            <a:ext cx="1199367" cy="350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Download Captured</a:t>
            </a:r>
          </a:p>
          <a:p>
            <a:pPr marL="0" marR="0" lvl="0" indent="0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Images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 pitchFamily="34" charset="0"/>
              <a:ea typeface="PMingLiU" panose="02020500000000000000" pitchFamily="18" charset="-120"/>
              <a:cs typeface="Calibri Light" panose="020F0302020204030204" pitchFamily="34" charset="0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84C08B55-A4EF-E6E1-9B56-7E547903D70C}"/>
              </a:ext>
            </a:extLst>
          </p:cNvPr>
          <p:cNvSpPr/>
          <p:nvPr/>
        </p:nvSpPr>
        <p:spPr>
          <a:xfrm>
            <a:off x="2532733" y="1434586"/>
            <a:ext cx="112575" cy="112575"/>
          </a:xfrm>
          <a:prstGeom prst="ellipse">
            <a:avLst/>
          </a:prstGeom>
          <a:solidFill>
            <a:srgbClr val="5B9DE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0" lang="zh-CN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Calibri" panose="020F0502020204030204" pitchFamily="34" charset="0"/>
            </a:endParaRPr>
          </a:p>
        </p:txBody>
      </p:sp>
      <p:pic>
        <p:nvPicPr>
          <p:cNvPr id="57" name="图片 56" descr="图片包含 室内, 窗户, 电脑, 小&#10;&#10;AI 生成的内容可能不正确。">
            <a:extLst>
              <a:ext uri="{FF2B5EF4-FFF2-40B4-BE49-F238E27FC236}">
                <a16:creationId xmlns:a16="http://schemas.microsoft.com/office/drawing/2014/main" id="{4F0C9943-D39B-C1B8-DD56-69B4EE94E5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436" y="1786443"/>
            <a:ext cx="1978072" cy="1111488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7D2BB2F9-2AE8-123C-3770-A637FE14ABC0}"/>
              </a:ext>
            </a:extLst>
          </p:cNvPr>
          <p:cNvSpPr txBox="1"/>
          <p:nvPr/>
        </p:nvSpPr>
        <p:spPr>
          <a:xfrm>
            <a:off x="2716156" y="2651710"/>
            <a:ext cx="9236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Training Scene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 pitchFamily="34" charset="0"/>
              <a:ea typeface="PMingLiU" panose="02020500000000000000" pitchFamily="18" charset="-120"/>
              <a:cs typeface="Calibri Light" panose="020F0302020204030204" pitchFamily="34" charset="0"/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EF7821BA-B4D0-939D-14A7-8AA44EBF0305}"/>
              </a:ext>
            </a:extLst>
          </p:cNvPr>
          <p:cNvSpPr/>
          <p:nvPr/>
        </p:nvSpPr>
        <p:spPr>
          <a:xfrm>
            <a:off x="2635887" y="2722381"/>
            <a:ext cx="112575" cy="112575"/>
          </a:xfrm>
          <a:prstGeom prst="ellipse">
            <a:avLst/>
          </a:prstGeom>
          <a:solidFill>
            <a:srgbClr val="5B9DE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kumimoji="0" lang="zh-CN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Calibri" panose="020F050202020403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9676691-CF3E-0753-3656-70BB5B8F2FF2}"/>
              </a:ext>
            </a:extLst>
          </p:cNvPr>
          <p:cNvSpPr txBox="1"/>
          <p:nvPr/>
        </p:nvSpPr>
        <p:spPr>
          <a:xfrm>
            <a:off x="2716156" y="2824631"/>
            <a:ext cx="11737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Scene Compression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 pitchFamily="34" charset="0"/>
              <a:ea typeface="PMingLiU" panose="02020500000000000000" pitchFamily="18" charset="-120"/>
              <a:cs typeface="Calibri Light" panose="020F0302020204030204" pitchFamily="34" charset="0"/>
            </a:endParaRP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8F79134F-6648-8DD1-2D63-3602A4D44ADC}"/>
              </a:ext>
            </a:extLst>
          </p:cNvPr>
          <p:cNvSpPr/>
          <p:nvPr/>
        </p:nvSpPr>
        <p:spPr>
          <a:xfrm>
            <a:off x="2635887" y="2895302"/>
            <a:ext cx="112575" cy="112575"/>
          </a:xfrm>
          <a:prstGeom prst="ellipse">
            <a:avLst/>
          </a:prstGeom>
          <a:solidFill>
            <a:srgbClr val="5B9DE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kumimoji="0" lang="zh-CN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Calibri" panose="020F050202020403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1B63FCB-B06B-8CE2-028B-CE41B3B9F940}"/>
              </a:ext>
            </a:extLst>
          </p:cNvPr>
          <p:cNvSpPr txBox="1"/>
          <p:nvPr/>
        </p:nvSpPr>
        <p:spPr>
          <a:xfrm>
            <a:off x="3897165" y="1583198"/>
            <a:ext cx="1562697" cy="22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Upload Compressed 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Scene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 Light" panose="020F0302020204030204" pitchFamily="34" charset="0"/>
              <a:ea typeface="PMingLiU" panose="02020500000000000000" pitchFamily="18" charset="-120"/>
              <a:cs typeface="Calibri Light" panose="020F0302020204030204" pitchFamily="34" charset="0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04C7F46B-9F40-D7CE-FB9C-73F928FDE948}"/>
              </a:ext>
            </a:extLst>
          </p:cNvPr>
          <p:cNvSpPr/>
          <p:nvPr/>
        </p:nvSpPr>
        <p:spPr>
          <a:xfrm>
            <a:off x="3816897" y="1628481"/>
            <a:ext cx="112575" cy="112575"/>
          </a:xfrm>
          <a:prstGeom prst="ellipse">
            <a:avLst/>
          </a:prstGeom>
          <a:solidFill>
            <a:srgbClr val="5B9DE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kumimoji="0" lang="zh-CN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Calibri" panose="020F0502020204030204" pitchFamily="34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57DBB14D-5295-5B83-DD21-5E6DE8631C39}"/>
              </a:ext>
            </a:extLst>
          </p:cNvPr>
          <p:cNvSpPr txBox="1"/>
          <p:nvPr/>
        </p:nvSpPr>
        <p:spPr>
          <a:xfrm>
            <a:off x="4317132" y="792278"/>
            <a:ext cx="1361015" cy="350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Onboard Rendering and Downstream Tasks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 pitchFamily="34" charset="0"/>
              <a:ea typeface="PMingLiU" panose="02020500000000000000" pitchFamily="18" charset="-120"/>
              <a:cs typeface="Calibri Light" panose="020F0302020204030204" pitchFamily="34" charset="0"/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DFB28459-1E78-3DF2-C254-A7E930914728}"/>
              </a:ext>
            </a:extLst>
          </p:cNvPr>
          <p:cNvSpPr/>
          <p:nvPr/>
        </p:nvSpPr>
        <p:spPr>
          <a:xfrm>
            <a:off x="4236864" y="837561"/>
            <a:ext cx="112575" cy="112575"/>
          </a:xfrm>
          <a:prstGeom prst="ellipse">
            <a:avLst/>
          </a:prstGeom>
          <a:solidFill>
            <a:srgbClr val="5B9DE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kumimoji="0" lang="zh-CN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宋体"/>
              <a:cs typeface="Calibri" panose="020F050202020403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1093C32-B395-F9CE-9C84-290D596B0011}"/>
              </a:ext>
            </a:extLst>
          </p:cNvPr>
          <p:cNvSpPr txBox="1"/>
          <p:nvPr/>
        </p:nvSpPr>
        <p:spPr>
          <a:xfrm>
            <a:off x="244109" y="2593930"/>
            <a:ext cx="1277254" cy="413947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200" b="1">
                <a:solidFill>
                  <a:sysClr val="windowText" lastClr="00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glow rad="254000">
                    <a:prstClr val="white">
                      <a:alpha val="56000"/>
                    </a:prstClr>
                  </a:glow>
                </a:effectLst>
                <a:uLnTx/>
                <a:uFillTx/>
                <a:latin typeface="Times New Roman"/>
                <a:ea typeface="宋体"/>
                <a:cs typeface="+mn-cs"/>
              </a:rPr>
              <a:t>Supercomputers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620B242-D561-6931-E402-E74BF2DE3EF1}"/>
              </a:ext>
            </a:extLst>
          </p:cNvPr>
          <p:cNvSpPr/>
          <p:nvPr/>
        </p:nvSpPr>
        <p:spPr>
          <a:xfrm>
            <a:off x="1603823" y="1999027"/>
            <a:ext cx="1764256" cy="674440"/>
          </a:xfrm>
          <a:prstGeom prst="rect">
            <a:avLst/>
          </a:prstGeom>
          <a:noFill/>
          <a:ln w="9525" cap="flat" cmpd="sng" algn="ctr">
            <a:solidFill>
              <a:srgbClr val="FFC145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>
                <a:glow rad="254000">
                  <a:prstClr val="white">
                    <a:alpha val="56000"/>
                  </a:prstClr>
                </a:glow>
              </a:effectLst>
              <a:uLnTx/>
              <a:uFillTx/>
              <a:latin typeface="Times New Roman"/>
              <a:ea typeface="宋体"/>
              <a:cs typeface="+mn-cs"/>
            </a:endParaRPr>
          </a:p>
        </p:txBody>
      </p:sp>
      <p:pic>
        <p:nvPicPr>
          <p:cNvPr id="68" name="图片 67" descr="图片包含 物体, 桌子, 船, 水&#10;&#10;AI 生成的内容可能不正确。">
            <a:extLst>
              <a:ext uri="{FF2B5EF4-FFF2-40B4-BE49-F238E27FC236}">
                <a16:creationId xmlns:a16="http://schemas.microsoft.com/office/drawing/2014/main" id="{B06AD6F0-0280-8A12-1482-CDAE9C21BF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1" r="14198"/>
          <a:stretch>
            <a:fillRect/>
          </a:stretch>
        </p:blipFill>
        <p:spPr>
          <a:xfrm flipH="1">
            <a:off x="3071847" y="1872287"/>
            <a:ext cx="896339" cy="703898"/>
          </a:xfrm>
          <a:custGeom>
            <a:avLst/>
            <a:gdLst>
              <a:gd name="csX0" fmla="*/ 884584 w 896339"/>
              <a:gd name="csY0" fmla="*/ 0 h 703898"/>
              <a:gd name="csX1" fmla="*/ 267323 w 896339"/>
              <a:gd name="csY1" fmla="*/ 0 h 703898"/>
              <a:gd name="csX2" fmla="*/ 130179 w 896339"/>
              <a:gd name="csY2" fmla="*/ 186930 h 703898"/>
              <a:gd name="csX3" fmla="*/ 123619 w 896339"/>
              <a:gd name="csY3" fmla="*/ 215793 h 703898"/>
              <a:gd name="csX4" fmla="*/ 0 w 896339"/>
              <a:gd name="csY4" fmla="*/ 703898 h 703898"/>
              <a:gd name="csX5" fmla="*/ 708137 w 896339"/>
              <a:gd name="csY5" fmla="*/ 703898 h 703898"/>
              <a:gd name="csX6" fmla="*/ 687622 w 896339"/>
              <a:gd name="csY6" fmla="*/ 693727 h 703898"/>
              <a:gd name="csX7" fmla="*/ 678097 w 896339"/>
              <a:gd name="csY7" fmla="*/ 510370 h 703898"/>
              <a:gd name="csX8" fmla="*/ 888474 w 896339"/>
              <a:gd name="csY8" fmla="*/ 511847 h 703898"/>
              <a:gd name="csX9" fmla="*/ 896339 w 896339"/>
              <a:gd name="csY9" fmla="*/ 480800 h 703898"/>
              <a:gd name="csX10" fmla="*/ 884584 w 896339"/>
              <a:gd name="csY10" fmla="*/ 0 h 70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96339" h="703898">
                <a:moveTo>
                  <a:pt x="884584" y="0"/>
                </a:moveTo>
                <a:lnTo>
                  <a:pt x="267323" y="0"/>
                </a:lnTo>
                <a:lnTo>
                  <a:pt x="130179" y="186930"/>
                </a:lnTo>
                <a:lnTo>
                  <a:pt x="123619" y="215793"/>
                </a:lnTo>
                <a:lnTo>
                  <a:pt x="0" y="703898"/>
                </a:lnTo>
                <a:lnTo>
                  <a:pt x="708137" y="703898"/>
                </a:lnTo>
                <a:lnTo>
                  <a:pt x="687622" y="693727"/>
                </a:lnTo>
                <a:lnTo>
                  <a:pt x="678097" y="510370"/>
                </a:lnTo>
                <a:lnTo>
                  <a:pt x="888474" y="511847"/>
                </a:lnTo>
                <a:lnTo>
                  <a:pt x="896339" y="480800"/>
                </a:lnTo>
                <a:lnTo>
                  <a:pt x="884584" y="0"/>
                </a:lnTo>
                <a:close/>
              </a:path>
            </a:pathLst>
          </a:custGeom>
        </p:spPr>
      </p:pic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3CB8BE78-2155-8EF7-1E66-D95DF35D7DCC}"/>
              </a:ext>
            </a:extLst>
          </p:cNvPr>
          <p:cNvCxnSpPr>
            <a:cxnSpLocks/>
          </p:cNvCxnSpPr>
          <p:nvPr/>
        </p:nvCxnSpPr>
        <p:spPr>
          <a:xfrm flipH="1">
            <a:off x="1437002" y="2664369"/>
            <a:ext cx="176502" cy="84679"/>
          </a:xfrm>
          <a:prstGeom prst="line">
            <a:avLst/>
          </a:prstGeom>
          <a:noFill/>
          <a:ln w="9525" cap="flat" cmpd="sng" algn="ctr">
            <a:solidFill>
              <a:srgbClr val="FFC145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1626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/>
      <p:bldP spid="44" grpId="0" animBg="1"/>
      <p:bldP spid="47" grpId="0" animBg="1"/>
      <p:bldP spid="48" grpId="0" animBg="1"/>
      <p:bldP spid="49" grpId="0" animBg="1"/>
      <p:bldP spid="50" grpId="0"/>
      <p:bldP spid="51" grpId="0" animBg="1"/>
      <p:bldP spid="53" grpId="0"/>
      <p:bldP spid="54" grpId="0" animBg="1"/>
      <p:bldP spid="55" grpId="0"/>
      <p:bldP spid="56" grpId="0" animBg="1"/>
      <p:bldP spid="58" grpId="0"/>
      <p:bldP spid="59" grpId="0" animBg="1"/>
      <p:bldP spid="60" grpId="0"/>
      <p:bldP spid="61" grpId="0" animBg="1"/>
      <p:bldP spid="62" grpId="0"/>
      <p:bldP spid="63" grpId="0" animBg="1"/>
      <p:bldP spid="64" grpId="0"/>
      <p:bldP spid="65" grpId="0" animBg="1"/>
      <p:bldP spid="66" grpId="0"/>
      <p:bldP spid="67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30</Words>
  <Application>Microsoft Office PowerPoint</Application>
  <PresentationFormat>自定义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大壮 杨</dc:creator>
  <cp:lastModifiedBy>大壮 杨</cp:lastModifiedBy>
  <cp:revision>1</cp:revision>
  <dcterms:created xsi:type="dcterms:W3CDTF">2026-05-19T05:02:08Z</dcterms:created>
  <dcterms:modified xsi:type="dcterms:W3CDTF">2026-05-19T05:14:03Z</dcterms:modified>
</cp:coreProperties>
</file>